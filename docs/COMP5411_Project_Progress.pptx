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186a0eef234d1d" /><Relationship Type="http://schemas.openxmlformats.org/officeDocument/2006/relationships/extended-properties" Target="/docProps/app.xml" Id="R5209952679e74bfc" /><Relationship Type="http://schemas.openxmlformats.org/officeDocument/2006/relationships/officeDocument" Target="/ppt/presentation.xml" Id="R8d799288e730402b" /></Relationships>
</file>

<file path=ppt/presentation.xml><?xml version="1.0" encoding="utf-8"?>
<p:presentation xmlns:p="http://schemas.openxmlformats.org/presentationml/2006/main">
  <p:sldMasterIdLst>
    <p:sldMasterId xmlns:r="http://schemas.openxmlformats.org/officeDocument/2006/relationships" id="2147483648" r:id="Rbe94ea70f13d4d5f"/>
  </p:sldMasterIdLst>
  <p:notesMasterIdLst>
    <p:notesMasterId xmlns:r="http://schemas.openxmlformats.org/officeDocument/2006/relationships" r:id="Rb3c1d1c1f1df4e72"/>
  </p:notesMasterIdLst>
  <p:sldIdLst>
    <p:sldId xmlns:r="http://schemas.openxmlformats.org/officeDocument/2006/relationships" id="256" r:id="Re7beddbba51940e3"/>
    <p:sldId xmlns:r="http://schemas.openxmlformats.org/officeDocument/2006/relationships" id="257" r:id="Rcfc238f011ca4797"/>
    <p:sldId xmlns:r="http://schemas.openxmlformats.org/officeDocument/2006/relationships" id="258" r:id="R8fd30b9301ba4b2c"/>
    <p:sldId xmlns:r="http://schemas.openxmlformats.org/officeDocument/2006/relationships" id="259" r:id="Rf9570b79c44747da"/>
    <p:sldId xmlns:r="http://schemas.openxmlformats.org/officeDocument/2006/relationships" id="260" r:id="R756426207a0145c8"/>
    <p:sldId xmlns:r="http://schemas.openxmlformats.org/officeDocument/2006/relationships" id="261" r:id="R5037ddfee0e54a37"/>
    <p:sldId xmlns:r="http://schemas.openxmlformats.org/officeDocument/2006/relationships" id="262" r:id="Rad70b8a7daac43ed"/>
    <p:sldId xmlns:r="http://schemas.openxmlformats.org/officeDocument/2006/relationships" id="263" r:id="R18c56c6d4cfe45c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375456e95b04cb8" /><Relationship Type="http://schemas.openxmlformats.org/officeDocument/2006/relationships/slideMaster" Target="/ppt/slideMasters/slideMaster1.xml" Id="Rbe94ea70f13d4d5f" /><Relationship Type="http://schemas.openxmlformats.org/officeDocument/2006/relationships/notesMaster" Target="/ppt/notesMasters/notesMaster1.xml" Id="Rb3c1d1c1f1df4e72" /><Relationship Type="http://schemas.openxmlformats.org/officeDocument/2006/relationships/presProps" Target="/ppt/presProps.xml" Id="R1ba0837bcc42493f" /><Relationship Type="http://schemas.openxmlformats.org/officeDocument/2006/relationships/viewProps" Target="/ppt/viewProps.xml" Id="Rccef464d4a2943c0" /><Relationship Type="http://schemas.openxmlformats.org/officeDocument/2006/relationships/tableStyles" Target="/ppt/tableStyles.xml" Id="Rdef10dbf2fbd4581" /><Relationship Type="http://schemas.openxmlformats.org/officeDocument/2006/relationships/slide" Target="/ppt/slides/slide1.xml" Id="Re7beddbba51940e3" /><Relationship Type="http://schemas.openxmlformats.org/officeDocument/2006/relationships/slide" Target="/ppt/slides/slide2.xml" Id="Rcfc238f011ca4797" /><Relationship Type="http://schemas.openxmlformats.org/officeDocument/2006/relationships/slide" Target="/ppt/slides/slide3.xml" Id="R8fd30b9301ba4b2c" /><Relationship Type="http://schemas.openxmlformats.org/officeDocument/2006/relationships/slide" Target="/ppt/slides/slide4.xml" Id="Rf9570b79c44747da" /><Relationship Type="http://schemas.openxmlformats.org/officeDocument/2006/relationships/slide" Target="/ppt/slides/slide5.xml" Id="R756426207a0145c8" /><Relationship Type="http://schemas.openxmlformats.org/officeDocument/2006/relationships/slide" Target="/ppt/slides/slide6.xml" Id="R5037ddfee0e54a37" /><Relationship Type="http://schemas.openxmlformats.org/officeDocument/2006/relationships/slide" Target="/ppt/slides/slide7.xml" Id="Rad70b8a7daac43ed" /><Relationship Type="http://schemas.openxmlformats.org/officeDocument/2006/relationships/slide" Target="/ppt/slides/slide8.xml" Id="R18c56c6d4cfe45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12d28a2e6047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901d6162c74124" /><Relationship Type="http://schemas.openxmlformats.org/officeDocument/2006/relationships/notesMaster" Target="/ppt/notesMasters/notesMaster1.xml" Id="R5024f647521f42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ec0deac8044f9f" /><Relationship Type="http://schemas.openxmlformats.org/officeDocument/2006/relationships/notesMaster" Target="/ppt/notesMasters/notesMaster1.xml" Id="Ra27cefd038fa4c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4b51e929e94513" /><Relationship Type="http://schemas.openxmlformats.org/officeDocument/2006/relationships/notesMaster" Target="/ppt/notesMasters/notesMaster1.xml" Id="R5015d586447e41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ff278d15f7490a" /><Relationship Type="http://schemas.openxmlformats.org/officeDocument/2006/relationships/notesMaster" Target="/ppt/notesMasters/notesMaster1.xml" Id="R2e4dd178e3da47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dd0d8b02884f11" /><Relationship Type="http://schemas.openxmlformats.org/officeDocument/2006/relationships/notesMaster" Target="/ppt/notesMasters/notesMaster1.xml" Id="R3b531b48dd4f4b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b62b0ae4ae4b12" /><Relationship Type="http://schemas.openxmlformats.org/officeDocument/2006/relationships/notesMaster" Target="/ppt/notesMasters/notesMaster1.xml" Id="R8e504e8522dc42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6af10f588c4be3" /><Relationship Type="http://schemas.openxmlformats.org/officeDocument/2006/relationships/notesMaster" Target="/ppt/notesMasters/notesMaster1.xml" Id="R2fe8545fd11640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ee5a8acbbd4a89" /><Relationship Type="http://schemas.openxmlformats.org/officeDocument/2006/relationships/notesMaster" Target="/ppt/notesMasters/notesMaster1.xml" Id="Rd1c0203d25d24b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50000"/>
              </a:lnSpc>
              <a:buNone/>
            </a:pPr>
            <a:r>
              <a:t>0:00–0:12 (12 seconds planned)</a:t>
            </a:r>
            <a:endParaRPr sz="1000">
              <a:latin typeface="Times New Roman"/>
              <a:ea typeface="Times New Roman"/>
              <a:cs typeface="Times New Roman"/>
            </a:endParaRPr>
          </a:p>
          <a:p xmlns:a="http://schemas.openxmlformats.org/drawingml/2006/main">
            <a:pPr>
              <a:lnSpc>
                <a:spcPct val="150000"/>
              </a:lnSpc>
              <a:buNone/>
            </a:pPr>
            <a:r>
              <a:t/>
            </a:r>
            <a:endParaRPr sz="1000">
              <a:latin typeface="Times New Roman"/>
              <a:ea typeface="Times New Roman"/>
              <a:cs typeface="Times New Roman"/>
            </a:endParaRPr>
          </a:p>
          <a:p xmlns:a="http://schemas.openxmlformats.org/drawingml/2006/main">
            <a:pPr>
              <a:lnSpc>
                <a:spcPct val="150000"/>
              </a:lnSpc>
              <a:buNone/>
            </a:pPr>
            <a:r>
              <a:t>NARRATION</a:t>
            </a:r>
            <a:endParaRPr sz="1000">
              <a:latin typeface="Times New Roman"/>
              <a:ea typeface="Times New Roman"/>
              <a:cs typeface="Times New Roman"/>
            </a:endParaRPr>
          </a:p>
          <a:p xmlns:a="http://schemas.openxmlformats.org/drawingml/2006/main">
            <a:pPr>
              <a:lnSpc>
                <a:spcPct val="150000"/>
              </a:lnSpc>
              <a:buNone/>
            </a:pPr>
            <a:r>
              <a:t>Hello, we are Group Twelve. Our project is Noto Peninsula, an interactive three-dimensional landscape built with Three.js. This is our current progress.</a:t>
            </a:r>
            <a:endParaRPr sz="1000">
              <a:latin typeface="Times New Roman"/>
              <a:ea typeface="Times New Roman"/>
              <a:cs typeface="Times New Roman"/>
            </a:endParaRPr>
          </a:p>
          <a:p xmlns:a="http://schemas.openxmlformats.org/drawingml/2006/main">
            <a:pPr>
              <a:lnSpc>
                <a:spcPct val="150000"/>
              </a:lnSpc>
              <a:buNone/>
            </a:pPr>
            <a:r>
              <a:t/>
            </a:r>
            <a:endParaRPr sz="1000">
              <a:latin typeface="Times New Roman"/>
              <a:ea typeface="Times New Roman"/>
              <a:cs typeface="Times New Roman"/>
            </a:endParaRPr>
          </a:p>
          <a:p xmlns:a="http://schemas.openxmlformats.org/drawingml/2006/main">
            <a:pPr>
              <a:lnSpc>
                <a:spcPct val="150000"/>
              </a:lnSpc>
              <a:buNone/>
            </a:pPr>
            <a:r>
              <a:t>RECORDING ACTION</a:t>
            </a:r>
            <a:endParaRPr sz="1000">
              <a:latin typeface="Times New Roman"/>
              <a:ea typeface="Times New Roman"/>
              <a:cs typeface="Times New Roman"/>
            </a:endParaRPr>
          </a:p>
          <a:p xmlns:a="http://schemas.openxmlformats.org/drawingml/2006/main">
            <a:pPr>
              <a:lnSpc>
                <a:spcPct val="150000"/>
              </a:lnSpc>
              <a:buNone/>
            </a:pPr>
            <a:r>
              <a:t>Show the cover for twelve seconds. Keep the project title, group number and both names visible. Narrate with face camera enabled.</a:t>
            </a:r>
            <a:endParaRPr sz="1000">
              <a:latin typeface="Times New Roman"/>
              <a:ea typeface="Times New Roman"/>
              <a:cs typeface="Times New Roman"/>
            </a:endParaRPr>
          </a:p>
          <a:p xmlns:a="http://schemas.openxmlformats.org/drawingml/2006/main">
            <a:pPr>
              <a:lnSpc>
                <a:spcPct val="150000"/>
              </a:lnSpc>
              <a:buNone/>
            </a:pPr>
            <a:r>
              <a:t/>
            </a:r>
            <a:endParaRPr sz="1000">
              <a:latin typeface="Times New Roman"/>
              <a:ea typeface="Times New Roman"/>
              <a:cs typeface="Times New Roman"/>
            </a:endParaRPr>
          </a:p>
          <a:p xmlns:a="http://schemas.openxmlformats.org/drawingml/2006/main">
            <a:pPr>
              <a:lnSpc>
                <a:spcPct val="150000"/>
              </a:lnSpc>
              <a:buNone/>
            </a:pPr>
            <a:r>
              <a:t>SOURCES</a:t>
            </a:r>
            <a:endParaRPr sz="1000">
              <a:latin typeface="Times New Roman"/>
              <a:ea typeface="Times New Roman"/>
              <a:cs typeface="Times New Roman"/>
            </a:endParaRPr>
          </a:p>
          <a:p xmlns:a="http://schemas.openxmlformats.org/drawingml/2006/main">
            <a:pPr>
              <a:lnSpc>
                <a:spcPct val="150000"/>
              </a:lnSpc>
              <a:buNone/>
            </a:pPr>
            <a:r>
              <a:t>Course requirements: https://course.cse.ust.hk/comp5411/#assignment-A3 and #assignment-A1 (checked October 20, 2026).</a:t>
            </a:r>
            <a:endParaRPr sz="1000">
              <a:latin typeface="Times New Roman"/>
              <a:ea typeface="Times New Roman"/>
              <a:cs typeface="Times New Roman"/>
            </a:endParaRPr>
          </a:p>
          <a:p xmlns:a="http://schemas.openxmlformats.org/drawingml/2006/main">
            <a:pPr>
              <a:lnSpc>
                <a:spcPct val="150000"/>
              </a:lnSpc>
              <a:buNone/>
            </a:pPr>
            <a:r>
              <a:t>Implementation: https://github.com/clydelhj/COMP5411, commit bbf8abba921deaa13621c54afb3d4e1c72b31cb3, CODE_GUIDE.md and the relevant src modules.</a:t>
            </a:r>
            <a:endParaRPr sz="1000">
              <a:latin typeface="Times New Roman"/>
              <a:ea typeface="Times New Roman"/>
              <a:cs typeface="Times New Roman"/>
            </a:endParaRPr>
          </a:p>
          <a:p xmlns:a="http://schemas.openxmlformats.org/drawingml/2006/main">
            <a:pPr>
              <a:lnSpc>
                <a:spcPct val="150000"/>
              </a:lnSpc>
              <a:buNone/>
            </a:pPr>
            <a:r>
              <a:t>Current viewer captures: October 20, 2026. These stills show appearance; record the running viewer to demonstrate animation.</a:t>
            </a:r>
            <a:endParaRPr sz="1000">
              <a:latin typeface="Times New Roman"/>
              <a:ea typeface="Times New Roman"/>
              <a:cs typeface="Times New Roman"/>
            </a:endParaRPr>
          </a:p>
          <a:p xmlns:a="http://schemas.openxmlformats.org/drawingml/2006/main">
            <a:pPr>
              <a:lnSpc>
                <a:spcPct val="150000"/>
              </a:lnSpc>
              <a:buNone/>
            </a:pPr>
            <a:r>
              <a:t>Template, university logo, cover photography and retained source illustrations: original Project proposal.pptx, supplied by the project team. Original template attribution is retained.</a:t>
            </a:r>
            <a:endParaRPr sz="1000">
              <a:latin typeface="Times New Roman"/>
              <a:ea typeface="Times New Roman"/>
              <a:cs typeface="Times New Roman"/>
            </a:endParaRPr>
          </a:p>
          <a:p xmlns:a="http://schemas.openxmlformats.org/drawingml/2006/main">
            <a:pPr>
              <a:lnSpc>
                <a:spcPct val="150000"/>
              </a:lnSpc>
              <a:buNone/>
            </a:pPr>
            <a:r>
              <a:t>Data/model interpretation: the DEM source spacing is not geological or single-tree survey accuracy. Effects are visual approximations.</a:t>
            </a:r>
            <a:endParaRPr sz="1000">
              <a:latin typeface="Times New Roman"/>
              <a:ea typeface="Times New Roman"/>
              <a:cs typeface="Times New Roman"/>
            </a:endParaRPr>
          </a:p>
          <a:p xmlns:a="http://schemas.openxmlformats.org/drawingml/2006/main">
            <a:pPr>
              <a:lnSpc>
                <a:spcPct val="150000"/>
              </a:lnSpc>
              <a:buNone/>
            </a:pPr>
            <a:r>
              <a:t/>
            </a:r>
            <a:endParaRPr sz="1000">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0:12–0:42 (30 seconds planned)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NARRATION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We aim to make a real landscape explorable in a web browser, while showing how geometry, materials, and lighting work together. The scene covers roughly thirty-three by twenty-three kilometres. It combines a one-metre elevation dataset, regional geological categories, and a twenty-twenty-four vegetation map. The geological field and individual plants are visualization approximations, rather than detailed subsurface or tree surveys.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RECORDING ACTION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Explain the goal and source scales. Point to the contour map and current viewer image. Do not describe the geological field as one-metre survey data.</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SOURCES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Course requirements: https://course.cse.ust.hk/comp5411/#assignment-A3 and #assignment-A1 (checked October 20, 2026).</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Implementation: https://github.com/clydelhj/COMP5411, commit bbf8abba921deaa13621c54afb3d4e1c72b31cb3, CODE_GUIDE.md and the relevant src modules.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Current viewer captures: October 20, 2026. These stills show appearance; record the running viewer to demonstrate animation.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Template, university logo, cover photography and retained source illustrations: original Project proposal.pptx, supplied by the project team. Original template attribution is retained.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Data/model interpretation: the DEM source spacing is not geological or single-tree survey accuracy. Effects are visual approximations.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0:42–1:10 (28 seconds planned)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NARRATION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Our current pipeline converts elevation samples into tiled triangle meshes, then combines them with geological shaders and vegetation instances. Three.js provides the rendering infrastructure. Project-specific modules handle local terrain detail, material blending, coastal animation, and interaction. The main features from our proposal are now integrated: textured terrain, moving water, sunlight, shadows, and adaptive detail. Next, I will demonstrate their current behavior.</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RECORDING ACTION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Finish the opening recap at 1:10, then switch from slides to the running viewer. Slides 4 through 6 contain real stills for orientation and backup, not a substitute for the live demo.</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SOURCES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Course requirements: https://course.cse.ust.hk/comp5411/#assignment-A3 and #assignment-A1 (checked October 20, 2026).</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Implementation: https://github.com/clydelhj/COMP5411, commit bbf8abba921deaa13621c54afb3d4e1c72b31cb3, CODE_GUIDE.md and the relevant src modules.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Current viewer captures: October 20, 2026. These stills show appearance; record the running viewer to demonstrate animation.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Template, university logo, cover photography and retained source illustrations: original Project proposal.pptx, supplied by the project team. Original template attribution is retained.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Data/model interpretation: the DEM source spacing is not geological or single-tree survey accuracy. Effects are visual approximations.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1:10–1:50 (40 seconds planned)</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NARRATION</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Here is the current viewer. I can orbit, pan, and move from the regional view toward the surface. Nearby patches receive finer geometry, while distant patches remain coarser. Adjacent levels share compatible boundaries, and the previous coverage stays visible while new patches load. The surface uses category-based PBR materials with triplanar mapping and blended transitions. Randomized texture sampling, mipmaps, and anisotropic filtering reduce repetition and moire at shallow viewing angles. The five-metre setting is a display limit, not the source resolution.</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RECORDING ACTION</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Record 40 seconds of the actual viewer: regional orbit, approach a textured slope, then a small low-angle turn. Show Near grid changing with distance. Keep the finest permitted spacing at 5 m; avoid waiting for 1 m tiles during the recording.</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SOURCES</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Course requirements: https://course.cse.ust.hk/comp5411/#assignment-A3 and #assignment-A1 (checked October 20, 2026).</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Implementation: https://github.com/clydelhj/COMP5411, commit bbf8abba921deaa13621c54afb3d4e1c72b31cb3, CODE_GUIDE.md and the relevant src modules.</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Current viewer captures: October 20, 2026. These stills show appearance; record the running viewer to demonstrate animation.</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Template, university logo, cover photography and retained source illustrations: original Project proposal.pptx, supplied by the project team. Original template attribution is retained.</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Data/model interpretation: the DEM source spacing is not geological or single-tree survey accuracy. Effects are visual approximations.</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1:50–2:20 (30 seconds planned)</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NARRATION</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Vegetation follows the real land-cover classes, using fixed, seeded locations. Instancing shares geometry across many plants, and distance changes their representation without randomly thinning the forest. Tree variants differ in crown shape and size. Their trunk origins are aligned before placement, so roots follow the displayed terrain. I can also control grass and trees independently, while preserving their positions when they are shown again.</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RECORDING ACTION</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Record a prepared forest/grass view. Move close enough to show ground contact and blades. Briefly toggle Show trees off/on, then Show grass off/on. Close settings between demonstrations so animation can resume.</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SOURCES</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Course requirements: https://course.cse.ust.hk/comp5411/#assignment-A3 and #assignment-A1 (checked October 20, 2026).</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Implementation: https://github.com/clydelhj/COMP5411, commit bbf8abba921deaa13621c54afb3d4e1c72b31cb3, CODE_GUIDE.md and the relevant src modules.</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Current viewer captures: October 20, 2026. These stills show appearance; record the running viewer to demonstrate animation.</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Template, university logo, cover photography and retained source illustrations: original Project proposal.pptx, supplied by the project team. Original template attribution is retained.</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Data/model interpretation: the DEM source spacing is not geological or single-tree survey accuracy. Effects are visual approximations.</a:t>
            </a:r>
          </a:p>
          <a:p xmlns:a="http://schemas.openxmlformats.org/drawingml/2006/main">
            <a:pPr marL="0" marR="0" lvl="0" indent="0" algn="l" defTabSz="914400">
              <a:lnSpc>
                <a:spcPct val="100000"/>
              </a:lnSpc>
              <a:spcBef>
                <a:spcPts val="0"/>
              </a:spcBef>
              <a:spcAft>
                <a:spcPts val="0"/>
              </a:spcAft>
              <a:buClrTx/>
              <a:buSzTx/>
              <a:buFontTx/>
              <a:buNone/>
            </a:pPr>
            <a:r>
              <a:rPr sz="900" b="1">
                <a:solidFill>
                  <a:srgbClr val="C00000"/>
                </a:solidFill>
                <a:latin typeface="Times New Roman"/>
                <a:ea typeface="Times New Roman"/>
                <a:cs typeface="Times New Roman"/>
              </a:rP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2:20–3:05 (45 seconds planned)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NARRATION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At the coast, Gerstner waves displace the water geometry, with normals that match the animated surface. A shared shoreline-distance field controls wave attenuation, breaking crests, foam, and wetness. Land and water use the same display contour to maintain contact across terrain detail levels. I can change the time to alter sunlight and shadows, switch to rainy weather, and use the pointer flashlight at night. Water, rain, spray, and foliage share one animation clock. These are controllable visual effects, not a fluid or weather simulation.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RECORDING ACTION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Record 18 seconds of moving coast water, about 8 seconds changing time toward sunset, about 8 seconds of rain, then 11 seconds of the prepared night/flashlight view. Cuts between prepared views are acceptable; do not speed up narration. Keep face camera visible.</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SOURCES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Course requirements: https://course.cse.ust.hk/comp5411/#assignment-A3 and #assignment-A1 (checked October 20, 2026).</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Implementation: https://github.com/clydelhj/COMP5411, commit bbf8abba921deaa13621c54afb3d4e1c72b31cb3, CODE_GUIDE.md and the relevant src modules.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Current viewer captures: October 20, 2026. These stills show appearance; record the running viewer to demonstrate animation.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Template, university logo, cover photography and retained source illustrations: original Project proposal.pptx, supplied by the project team. Original template attribution is retained.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Data/model interpretation: the DEM source spacing is not geological or single-tree survey accuracy. Effects are visual approximations.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3:05–3:25 (20 seconds planned)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NARRATION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The code separates geometry, material shaders, plants, and environment modules. Targeted checks cover mixed-detail seams, plant attachment, and idle rendering. One scheduler prevents repeated placement during animation-only frames. Wider device and long-session testing still remains.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RECORDING ACTION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Return to slide 7. Use the short source excerpt to explain that unchanged vegetation does not rerun placement. Distinguish completed targeted checks from remaining broad performance acceptance.</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SOURCES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Course requirements: https://course.cse.ust.hk/comp5411/#assignment-A3 and #assignment-A1 (checked October 20, 2026).</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Implementation: https://github.com/clydelhj/COMP5411, commit bbf8abba921deaa13621c54afb3d4e1c72b31cb3, CODE_GUIDE.md and the relevant src modules.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Current viewer captures: October 20, 2026. These stills show appearance; record the running viewer to demonstrate animation.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Template, university logo, cover photography and retained source illustrations: original Project proposal.pptx, supplied by the project team. Original template attribution is retained.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Data/model interpretation: the DEM source spacing is not geological or single-tree survey accuracy. Effects are visual approximations.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3:25–3:50 (25 seconds planned)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NARRATION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Next, we will test longer navigation routes, missing-input fallback, and memory behavior across devices. We will refine vegetation transitions, shorelines, and difficult lighting conditions. We will also prepare the final demonstration and document implementation, AI assistance, and external libraries. Our next focus is validation and visual refinement. Thank you.</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RECORDING ACTION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Show the remaining-work table and finish around 3:50. Check the exported video duration rather than relying on this planned timing.</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SOURCES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Course requirements: https://course.cse.ust.hk/comp5411/#assignment-A3 and #assignment-A1 (checked October 20, 2026).</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Implementation: https://github.com/clydelhj/COMP5411, commit bbf8abba921deaa13621c54afb3d4e1c72b31cb3, CODE_GUIDE.md and the relevant src modules.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Current viewer captures: October 20, 2026. These stills show appearance; record the running viewer to demonstrate animation.</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Template, university logo, cover photography and retained source illustrations: original Project proposal.pptx, supplied by the project team. Original template attribution is retained.</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Data/model interpretation: the DEM source spacing is not geological or single-tree survey accuracy. Effects are visual approximations.</a:t>
            </a:r>
            <a:endParaRPr sz="900" b="1">
              <a:solidFill>
                <a:srgbClr val="C00000"/>
              </a:solidFill>
              <a:latin typeface="Times New Roman"/>
              <a:ea typeface="Times New Roman"/>
              <a:cs typeface="Times New Roman"/>
            </a:endParaRPr>
          </a:p>
          <a:p xmlns:a="http://schemas.openxmlformats.org/drawingml/2006/main">
            <a:pPr marL="0" marR="0" lvl="0" indent="0" algn="l" defTabSz="914400">
              <a:lnSpc>
                <a:spcPct val="100000"/>
              </a:lnSpc>
              <a:spcBef>
                <a:spcPts val="0"/>
              </a:spcBef>
              <a:spcAft>
                <a:spcPts val="0"/>
              </a:spcAft>
              <a:buClrTx/>
              <a:buSzTx/>
              <a:buFontTx/>
              <a:buNone/>
            </a:pPr>
            <a:r>
              <a:t>Final deadlines: official course page, assignment-A4 and assignment-A5.</a:t>
            </a:r>
            <a:endParaRPr sz="900" b="1">
              <a:solidFill>
                <a:srgbClr val="C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b5f6b437024c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0c524f05c146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aa0eacddf647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9ca3ea0ad342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93ceb601a643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bfff21a6be480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a9205cd812646d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f3b2a9715f9444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722261684a24b1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76b7af6ac774f5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cbbc25571304bf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d49d6d4d378460b"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865A540-521D-B88A-F2D7-4754F1DD6B9E}"/>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53E0B4F4-2790-169B-B330-75F382E70ED5}"/>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693AF29A-872F-6B52-AECC-B8E494983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5" name="页脚占位符 4">
            <a:extLst xmlns:a="http://schemas.openxmlformats.org/drawingml/2006/main">
              <a:ext uri="{FF2B5EF4-FFF2-40B4-BE49-F238E27FC236}">
                <a16:creationId xmlns:a16="http://schemas.microsoft.com/office/drawing/2014/main" id="{AB89947F-C3F1-7257-C7E3-B9751E4271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85BA0A4F-AAEF-5A13-3B82-B137E9D52C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128EF51-A8FC-D981-2269-59560322F7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AE5DEF96-A572-6006-2C74-5270C4EF46F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9D6E4373-79DA-21E4-1CD0-09AF9FECB0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5" name="页脚占位符 4">
            <a:extLst xmlns:a="http://schemas.openxmlformats.org/drawingml/2006/main">
              <a:ext uri="{FF2B5EF4-FFF2-40B4-BE49-F238E27FC236}">
                <a16:creationId xmlns:a16="http://schemas.microsoft.com/office/drawing/2014/main" id="{07FD82B4-8CB7-DF88-04C4-50CEEDEDAE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AA7135F-84FF-BF0C-93F0-82D27D1FBC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B092C58-5FA6-E27B-8430-7D86E22AA124}"/>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771EAA52-18A0-7F61-6BBD-847575C223C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521A59D8-3400-645F-D087-7C4178FCCD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5" name="页脚占位符 4">
            <a:extLst xmlns:a="http://schemas.openxmlformats.org/drawingml/2006/main">
              <a:ext uri="{FF2B5EF4-FFF2-40B4-BE49-F238E27FC236}">
                <a16:creationId xmlns:a16="http://schemas.microsoft.com/office/drawing/2014/main" id="{B3BEA5D1-E2F1-8DA3-CF60-B2DA997B66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DDB1B60-7B50-FACF-42C0-A6F97F991C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670D80D-7C9D-1D43-80AE-7A351BB7404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F95122FF-1C3F-680C-EE95-FBF1A0898AA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内容占位符 3">
            <a:extLst xmlns:a="http://schemas.openxmlformats.org/drawingml/2006/main">
              <a:ext uri="{FF2B5EF4-FFF2-40B4-BE49-F238E27FC236}">
                <a16:creationId xmlns:a16="http://schemas.microsoft.com/office/drawing/2014/main" id="{884F4D11-4BA4-9851-C7A6-762B86322D4D}"/>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日期占位符 4">
            <a:extLst xmlns:a="http://schemas.openxmlformats.org/drawingml/2006/main">
              <a:ext uri="{FF2B5EF4-FFF2-40B4-BE49-F238E27FC236}">
                <a16:creationId xmlns:a16="http://schemas.microsoft.com/office/drawing/2014/main" id="{F6DD01FF-B869-8283-EFDD-B44F61BEB9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6" name="页脚占位符 5">
            <a:extLst xmlns:a="http://schemas.openxmlformats.org/drawingml/2006/main">
              <a:ext uri="{FF2B5EF4-FFF2-40B4-BE49-F238E27FC236}">
                <a16:creationId xmlns:a16="http://schemas.microsoft.com/office/drawing/2014/main" id="{8977A260-5C8C-9909-09A1-EB568DECE9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368116B0-EAFE-514A-6470-D2B795F409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D8F0977-EBAE-2887-7A06-34C40A83DD7D}"/>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8346C591-899F-26F3-4FD9-11BF87728F00}"/>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7A9DE57B-8A8D-FB8C-79A1-E6494552484C}"/>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文本占位符 4">
            <a:extLst xmlns:a="http://schemas.openxmlformats.org/drawingml/2006/main">
              <a:ext uri="{FF2B5EF4-FFF2-40B4-BE49-F238E27FC236}">
                <a16:creationId xmlns:a16="http://schemas.microsoft.com/office/drawing/2014/main" id="{C7CA2C0F-7AAC-6349-5DED-9694DA1E947A}"/>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73708874-896F-F11E-5B1F-76DB787317AE}"/>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日期占位符 6">
            <a:extLst xmlns:a="http://schemas.openxmlformats.org/drawingml/2006/main">
              <a:ext uri="{FF2B5EF4-FFF2-40B4-BE49-F238E27FC236}">
                <a16:creationId xmlns:a16="http://schemas.microsoft.com/office/drawing/2014/main" id="{A76B3324-6B75-2F2C-A115-F77D17618F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8" name="页脚占位符 7">
            <a:extLst xmlns:a="http://schemas.openxmlformats.org/drawingml/2006/main">
              <a:ext uri="{FF2B5EF4-FFF2-40B4-BE49-F238E27FC236}">
                <a16:creationId xmlns:a16="http://schemas.microsoft.com/office/drawing/2014/main" id="{B290BB63-AD63-A9A4-D499-A7BD6016C9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4718CC80-E93D-B827-53F5-376FB59145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8CFDA59-A9FD-9E65-4BED-E9C1363A55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54F03D3D-FB50-6329-AD09-3A0EE44908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4" name="页脚占位符 3">
            <a:extLst xmlns:a="http://schemas.openxmlformats.org/drawingml/2006/main">
              <a:ext uri="{FF2B5EF4-FFF2-40B4-BE49-F238E27FC236}">
                <a16:creationId xmlns:a16="http://schemas.microsoft.com/office/drawing/2014/main" id="{81E3087C-1F35-2B05-B2C1-EB73E490AE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67B92981-6F76-A135-EF39-EF8FAC89FD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9D02163F-7B93-F8EC-1973-8480C5A9C1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3" name="页脚占位符 2">
            <a:extLst xmlns:a="http://schemas.openxmlformats.org/drawingml/2006/main">
              <a:ext uri="{FF2B5EF4-FFF2-40B4-BE49-F238E27FC236}">
                <a16:creationId xmlns:a16="http://schemas.microsoft.com/office/drawing/2014/main" id="{359EDC8B-A8D5-FE33-BCF3-83DF2E0823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17AD6D74-10D1-EC0F-0141-0E19DB66A9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AB72C30-6CD2-D068-9EF8-6C4DB427E6A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F3AEC16E-4A6C-4B37-0406-5E96C054903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文本占位符 3">
            <a:extLst xmlns:a="http://schemas.openxmlformats.org/drawingml/2006/main">
              <a:ext uri="{FF2B5EF4-FFF2-40B4-BE49-F238E27FC236}">
                <a16:creationId xmlns:a16="http://schemas.microsoft.com/office/drawing/2014/main" id="{8296D0BB-07FC-BEF5-E977-A7A63D35C09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8EB0FCE3-ADAE-F1BB-BD26-384C63FDFE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6" name="页脚占位符 5">
            <a:extLst xmlns:a="http://schemas.openxmlformats.org/drawingml/2006/main">
              <a:ext uri="{FF2B5EF4-FFF2-40B4-BE49-F238E27FC236}">
                <a16:creationId xmlns:a16="http://schemas.microsoft.com/office/drawing/2014/main" id="{05142687-5410-B153-5947-8389609054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0644BAD3-EF45-B6E1-A4A9-DCF0FD5A636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6E693B9-CED8-A2AB-5973-8D6B129EBD4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B7E4D180-1FA9-A1C4-BF39-627276BD5C44}"/>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B065E0EB-F96E-4DEA-5B4D-7A99A4ED49A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E9E1EA49-5CF7-8EC7-20ED-174713A83C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6" name="页脚占位符 5">
            <a:extLst xmlns:a="http://schemas.openxmlformats.org/drawingml/2006/main">
              <a:ext uri="{FF2B5EF4-FFF2-40B4-BE49-F238E27FC236}">
                <a16:creationId xmlns:a16="http://schemas.microsoft.com/office/drawing/2014/main" id="{96896409-14E7-EF21-06D1-B0478783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31048F14-FCEA-0175-712F-4E3C1EE274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07FE62E-4BF5-3D7F-329F-F44FA6E9B0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307CC5D0-59C7-8F42-A5C9-2D1D724D7FF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B9D28A2B-E480-BC25-3B4E-463BD2357E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5" name="页脚占位符 4">
            <a:extLst xmlns:a="http://schemas.openxmlformats.org/drawingml/2006/main">
              <a:ext uri="{FF2B5EF4-FFF2-40B4-BE49-F238E27FC236}">
                <a16:creationId xmlns:a16="http://schemas.microsoft.com/office/drawing/2014/main" id="{38EFCB08-4F83-FC75-6786-6F1F879DBF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7429C3A1-7025-9385-951E-0F814BED8E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D7692C4E-CA70-23FE-5397-D84908BE27ED}"/>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15CB017E-400C-79F9-6642-CA3DF92F6D3B}"/>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ACCE90D0-B547-4AEA-1332-DCF7D24A4D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D397B7F-BBF8-4903-A8A8-4CE880567476}" type="datetimeFigureOut">
              <a:t>2026/9/18</a:t>
            </a:fld>
            <a:endParaRPr/>
          </a:p>
        </p:txBody>
      </p:sp>
      <p:sp>
        <p:nvSpPr>
          <p:cNvPr id="5" name="页脚占位符 4">
            <a:extLst xmlns:a="http://schemas.openxmlformats.org/drawingml/2006/main">
              <a:ext uri="{FF2B5EF4-FFF2-40B4-BE49-F238E27FC236}">
                <a16:creationId xmlns:a16="http://schemas.microsoft.com/office/drawing/2014/main" id="{465A442E-13F7-3383-88A6-DD74EDE014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0750F996-E487-AF2E-5054-DA1DBA2DC2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06C175-8EA9-489B-8AEA-2659B3B6FD45}" type="slidenum">
              <a:t>‹#›</a:t>
            </a:fld>
            <a:endParaRPr/>
          </a:p>
        </p:txBody>
      </p:sp>
    </p:spTree>
  </p:cSld>
</p:sldLayout>
</file>

<file path=ppt/slideLayouts/slideLayout12.xml><?xml version="1.0" encoding="utf-8"?>
<p:sldLayout xmlns:p="http://schemas.openxmlformats.org/presentationml/2006/main" showMasterSp="0" userDrawn="1">
  <p:cSld name="1_标题和内容">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37887aa3994f84" /><Relationship Type="http://schemas.openxmlformats.org/officeDocument/2006/relationships/slideLayout" Target="/ppt/slideLayouts/slideLayout1.xml" Id="R76f85b81d26b441b" /><Relationship Type="http://schemas.openxmlformats.org/officeDocument/2006/relationships/slideLayout" Target="/ppt/slideLayouts/slideLayout2.xml" Id="R84cc08dd0b144b42" /><Relationship Type="http://schemas.openxmlformats.org/officeDocument/2006/relationships/slideLayout" Target="/ppt/slideLayouts/slideLayout3.xml" Id="Rdfaa1b9893af412c" /><Relationship Type="http://schemas.openxmlformats.org/officeDocument/2006/relationships/slideLayout" Target="/ppt/slideLayouts/slideLayout4.xml" Id="R04a635539d7d41f3" /><Relationship Type="http://schemas.openxmlformats.org/officeDocument/2006/relationships/slideLayout" Target="/ppt/slideLayouts/slideLayout5.xml" Id="R3af7d1acbeda4b4b" /><Relationship Type="http://schemas.openxmlformats.org/officeDocument/2006/relationships/slideLayout" Target="/ppt/slideLayouts/slideLayout6.xml" Id="R6cac841e4c7946cb" /><Relationship Type="http://schemas.openxmlformats.org/officeDocument/2006/relationships/slideLayout" Target="/ppt/slideLayouts/slideLayout7.xml" Id="R43ae1b6e08194175" /><Relationship Type="http://schemas.openxmlformats.org/officeDocument/2006/relationships/slideLayout" Target="/ppt/slideLayouts/slideLayout8.xml" Id="R542e26f71719472d" /><Relationship Type="http://schemas.openxmlformats.org/officeDocument/2006/relationships/slideLayout" Target="/ppt/slideLayouts/slideLayout9.xml" Id="R6e1afc5d89be4374" /><Relationship Type="http://schemas.openxmlformats.org/officeDocument/2006/relationships/slideLayout" Target="/ppt/slideLayouts/slideLayout10.xml" Id="R45d32d55de994717" /><Relationship Type="http://schemas.openxmlformats.org/officeDocument/2006/relationships/slideLayout" Target="/ppt/slideLayouts/slideLayout11.xml" Id="Rc9675370c64c4230" /><Relationship Type="http://schemas.openxmlformats.org/officeDocument/2006/relationships/slideLayout" Target="/ppt/slideLayouts/slideLayout12.xml" Id="Rbd2e7548951e401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F68C9F8C-3FAC-E257-204F-104A429231B3}"/>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27509893-A577-89CB-1E9F-D9E1ABF4CA15}"/>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619A51F7-BF39-A406-7053-9785737EA7C5}"/>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CD397B7F-BBF8-4903-A8A8-4CE880567476}" type="datetimeFigureOut">
              <a:t>2026/9/18</a:t>
            </a:fld>
            <a:endParaRPr/>
          </a:p>
        </p:txBody>
      </p:sp>
      <p:sp>
        <p:nvSpPr>
          <p:cNvPr id="5" name="页脚占位符 4">
            <a:extLst xmlns:a="http://schemas.openxmlformats.org/drawingml/2006/main">
              <a:ext uri="{FF2B5EF4-FFF2-40B4-BE49-F238E27FC236}">
                <a16:creationId xmlns:a16="http://schemas.microsoft.com/office/drawing/2014/main" id="{30F8F6B9-CBE5-F736-E3AB-4B6D578C60C2}"/>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DCA23716-BEE2-E5A3-C83B-DC449CBB814D}"/>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CD06C175-8EA9-489B-8AEA-2659B3B6FD45}"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f85b81d26b441b"/>
    <p:sldLayoutId xmlns:r="http://schemas.openxmlformats.org/officeDocument/2006/relationships" id="2147483650" r:id="R84cc08dd0b144b42"/>
    <p:sldLayoutId xmlns:r="http://schemas.openxmlformats.org/officeDocument/2006/relationships" id="2147483651" r:id="Rdfaa1b9893af412c"/>
    <p:sldLayoutId xmlns:r="http://schemas.openxmlformats.org/officeDocument/2006/relationships" id="2147483652" r:id="R04a635539d7d41f3"/>
    <p:sldLayoutId xmlns:r="http://schemas.openxmlformats.org/officeDocument/2006/relationships" id="2147483653" r:id="R3af7d1acbeda4b4b"/>
    <p:sldLayoutId xmlns:r="http://schemas.openxmlformats.org/officeDocument/2006/relationships" id="2147483654" r:id="R6cac841e4c7946cb"/>
    <p:sldLayoutId xmlns:r="http://schemas.openxmlformats.org/officeDocument/2006/relationships" id="2147483655" r:id="R43ae1b6e08194175"/>
    <p:sldLayoutId xmlns:r="http://schemas.openxmlformats.org/officeDocument/2006/relationships" id="2147483656" r:id="R542e26f71719472d"/>
    <p:sldLayoutId xmlns:r="http://schemas.openxmlformats.org/officeDocument/2006/relationships" id="2147483657" r:id="R6e1afc5d89be4374"/>
    <p:sldLayoutId xmlns:r="http://schemas.openxmlformats.org/officeDocument/2006/relationships" id="2147483658" r:id="R45d32d55de994717"/>
    <p:sldLayoutId xmlns:r="http://schemas.openxmlformats.org/officeDocument/2006/relationships" id="2147483659" r:id="Rc9675370c64c4230"/>
    <p:sldLayoutId xmlns:r="http://schemas.openxmlformats.org/officeDocument/2006/relationships" id="2147483660" r:id="Rbd2e7548951e401b"/>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2417c2d7dfec41dd" /><Relationship Type="http://schemas.openxmlformats.org/officeDocument/2006/relationships/image" Target="/ppt/media/image.png" Id="Re719a54751b94e8d" /><Relationship Type="http://schemas.openxmlformats.org/officeDocument/2006/relationships/image" Target="/ppt/media/image2.png" Id="Rc0d86a6a4b604962" /><Relationship Type="http://schemas.openxmlformats.org/officeDocument/2006/relationships/notesSlide" Target="/ppt/notesSlides/notesSlide1.xml" Id="Rc7e3af5dd53d4b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8e0a1e22694a6f" /><Relationship Type="http://schemas.openxmlformats.org/officeDocument/2006/relationships/image" Target="/ppt/media/image2.png" Id="R97700685940946d9" /><Relationship Type="http://schemas.openxmlformats.org/officeDocument/2006/relationships/image" Target="/ppt/media/image3.png" Id="R2b1295e68c504640" /><Relationship Type="http://schemas.openxmlformats.org/officeDocument/2006/relationships/image" Target="/ppt/media/image4.png" Id="R9ce2cb9c3ed34b51" /><Relationship Type="http://schemas.openxmlformats.org/officeDocument/2006/relationships/notesSlide" Target="/ppt/notesSlides/notesSlide2.xml" Id="R415e84f0610f4d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19952eebcd4d7e" /><Relationship Type="http://schemas.openxmlformats.org/officeDocument/2006/relationships/image" Target="/ppt/media/image2.png" Id="Redf8aebf7aba41e1" /><Relationship Type="http://schemas.openxmlformats.org/officeDocument/2006/relationships/image" Target="/ppt/media/image5.png" Id="R90a424497cbf49c9" /><Relationship Type="http://schemas.openxmlformats.org/officeDocument/2006/relationships/image" Target="/ppt/media/image6.png" Id="R5ceb4543bc9e4686" /><Relationship Type="http://schemas.openxmlformats.org/officeDocument/2006/relationships/notesSlide" Target="/ppt/notesSlides/notesSlide3.xml" Id="R30cadbf41d984d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df398b0a444c40" /><Relationship Type="http://schemas.openxmlformats.org/officeDocument/2006/relationships/image" Target="/ppt/media/image2.png" Id="R40b22366f544432d" /><Relationship Type="http://schemas.openxmlformats.org/officeDocument/2006/relationships/image" Target="/ppt/media/image7.png" Id="R8de08de72ec14a7d" /><Relationship Type="http://schemas.openxmlformats.org/officeDocument/2006/relationships/notesSlide" Target="/ppt/notesSlides/notesSlide4.xml" Id="R5124b56531df40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4d99fbff854900" /><Relationship Type="http://schemas.openxmlformats.org/officeDocument/2006/relationships/image" Target="/ppt/media/image2.png" Id="R47c8d45a1d104bcb" /><Relationship Type="http://schemas.openxmlformats.org/officeDocument/2006/relationships/image" Target="/ppt/media/image8.png" Id="R6f9b2b3ffcc04eb0" /><Relationship Type="http://schemas.openxmlformats.org/officeDocument/2006/relationships/notesSlide" Target="/ppt/notesSlides/notesSlide5.xml" Id="Rc9d80bb801814d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b389e0ea034888" /><Relationship Type="http://schemas.openxmlformats.org/officeDocument/2006/relationships/image" Target="/ppt/media/image2.png" Id="R9337f42dba7a4d84" /><Relationship Type="http://schemas.openxmlformats.org/officeDocument/2006/relationships/image" Target="/ppt/media/image9.png" Id="Rf3e05b8e713b4399" /><Relationship Type="http://schemas.openxmlformats.org/officeDocument/2006/relationships/image" Target="/ppt/media/image10.png" Id="R98fdc1745d3a442f" /><Relationship Type="http://schemas.openxmlformats.org/officeDocument/2006/relationships/image" Target="/ppt/media/image11.png" Id="Rc8b4aafe087f4acd" /><Relationship Type="http://schemas.openxmlformats.org/officeDocument/2006/relationships/notesSlide" Target="/ppt/notesSlides/notesSlide6.xml" Id="R4b9d3c815ea541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85ade215564d25" /><Relationship Type="http://schemas.openxmlformats.org/officeDocument/2006/relationships/image" Target="/ppt/media/image2.png" Id="R9ea179b23b4147b0" /><Relationship Type="http://schemas.openxmlformats.org/officeDocument/2006/relationships/notesSlide" Target="/ppt/notesSlides/notesSlide7.xml" Id="R2fcd6c2a44db4d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420e4699244c8d" /><Relationship Type="http://schemas.openxmlformats.org/officeDocument/2006/relationships/image" Target="/ppt/media/image2.png" Id="R7913ff68bff74aa2" /><Relationship Type="http://schemas.openxmlformats.org/officeDocument/2006/relationships/notesSlide" Target="/ppt/notesSlides/notesSlide8.xml" Id="R4ee618224ad04e2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图片 10">
            <a:extLst xmlns:a="http://schemas.openxmlformats.org/drawingml/2006/main">
              <a:ext uri="{FF2B5EF4-FFF2-40B4-BE49-F238E27FC236}">
                <a16:creationId xmlns:a16="http://schemas.microsoft.com/office/drawing/2014/main" id="{33F47C85-6C40-4CB6-9CE9-4C54F92353B1}"/>
              </a:ext>
            </a:extLst>
          </p:cNvPr>
          <p:cNvPicPr>
            <a:picLocks xmlns:a="http://schemas.openxmlformats.org/drawingml/2006/main" noChangeAspect="1"/>
          </p:cNvPicPr>
          <p:nvPr/>
        </p:nvPicPr>
        <p:blipFill>
          <a:blip xmlns:r="http://schemas.openxmlformats.org/officeDocument/2006/relationships" xmlns:a="http://schemas.openxmlformats.org/drawingml/2006/main" r:embed="Re719a54751b94e8d"/>
          <a:stretch xmlns:a="http://schemas.openxmlformats.org/drawingml/2006/main">
            <a:fillRect l="0" t="0" r="0" b="0"/>
          </a:stretch>
        </p:blipFill>
        <p:spPr>
          <a:xfrm xmlns:a="http://schemas.openxmlformats.org/drawingml/2006/main">
            <a:off x="-6692" y="0"/>
            <a:ext cx="12198691" cy="6857999"/>
          </a:xfrm>
          <a:prstGeom xmlns:a="http://schemas.openxmlformats.org/drawingml/2006/main" prst="rect">
            <a:avLst/>
          </a:prstGeom>
        </p:spPr>
      </p:pic>
      <p:sp>
        <p:nvSpPr>
          <p:cNvPr id="16" name="矩形 15">
            <a:extLst xmlns:a="http://schemas.openxmlformats.org/drawingml/2006/main">
              <a:ext uri="{FF2B5EF4-FFF2-40B4-BE49-F238E27FC236}">
                <a16:creationId xmlns:a16="http://schemas.microsoft.com/office/drawing/2014/main" id="{22E31B1C-AF86-4722-BB73-13CBD1A1D35E}"/>
              </a:ext>
            </a:extLst>
          </p:cNvPr>
          <p:cNvSpPr>
            <a:spLocks xmlns:a="http://schemas.openxmlformats.org/drawingml/2006/main" noGrp="1"/>
          </p:cNvSpPr>
          <p:nvPr/>
        </p:nvSpPr>
        <p:spPr>
          <a:xfrm xmlns:a="http://schemas.openxmlformats.org/drawingml/2006/main">
            <a:off x="-7" y="0"/>
            <a:ext cx="12205384" cy="6858000"/>
          </a:xfrm>
          <a:prstGeom xmlns:a="http://schemas.openxmlformats.org/drawingml/2006/main" prst="rect">
            <a:avLst/>
          </a:prstGeom>
          <a:solidFill xmlns:a="http://schemas.openxmlformats.org/drawingml/2006/main">
            <a:srgbClr val="F2F2F2">
              <a:alpha val="6902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p>
        </p:txBody>
      </p:sp>
      <p:sp>
        <p:nvSpPr>
          <p:cNvPr id="9" name="矩形 8">
            <a:extLst xmlns:a="http://schemas.openxmlformats.org/drawingml/2006/main">
              <a:ext uri="{FF2B5EF4-FFF2-40B4-BE49-F238E27FC236}">
                <a16:creationId xmlns:a16="http://schemas.microsoft.com/office/drawing/2014/main" id="{055565D7-0EBC-4F76-8EDA-FC8ED898B638}"/>
              </a:ext>
            </a:extLst>
          </p:cNvPr>
          <p:cNvSpPr>
            <a:spLocks xmlns:a="http://schemas.openxmlformats.org/drawingml/2006/main" noGrp="1"/>
          </p:cNvSpPr>
          <p:nvPr/>
        </p:nvSpPr>
        <p:spPr>
          <a:xfrm xmlns:a="http://schemas.openxmlformats.org/drawingml/2006/main" rot="0" flipH="0" flipV="0">
            <a:off x="0" y="1800712"/>
            <a:ext cx="12198687" cy="2224956"/>
          </a:xfrm>
          <a:prstGeom xmlns:a="http://schemas.openxmlformats.org/drawingml/2006/main" prst="rect">
            <a:avLst/>
          </a:prstGeom>
          <a:solidFill xmlns:a="http://schemas.openxmlformats.org/drawingml/2006/main">
            <a:srgbClr val="163F92"/>
          </a:solidFill>
          <a:ln xmlns:a="http://schemas.openxmlformats.org/drawingml/2006/main">
            <a:noFill/>
          </a:ln>
        </p:spPr>
        <p:style>
          <a:lnRef xmlns:a="http://schemas.openxmlformats.org/drawingml/2006/main" idx="2">
            <a:schemeClr val="accent5">
              <a:shade val="50000"/>
            </a:schemeClr>
          </a:lnRef>
          <a:fillRef xmlns:a="http://schemas.openxmlformats.org/drawingml/2006/main" idx="1">
            <a:schemeClr val="accent5"/>
          </a:fillRef>
          <a:effectRef xmlns:a="http://schemas.openxmlformats.org/drawingml/2006/main" idx="0">
            <a:schemeClr val="accent5"/>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p>
        </p:txBody>
      </p:sp>
      <p:sp>
        <p:nvSpPr>
          <p:cNvPr id="8" name="矩形 7">
            <a:extLst xmlns:a="http://schemas.openxmlformats.org/drawingml/2006/main">
              <a:ext uri="{FF2B5EF4-FFF2-40B4-BE49-F238E27FC236}">
                <a16:creationId xmlns:a16="http://schemas.microsoft.com/office/drawing/2014/main" id="{A22E979E-8783-4F97-AACE-F9FAA5A14920}"/>
              </a:ext>
            </a:extLst>
          </p:cNvPr>
          <p:cNvSpPr>
            <a:spLocks xmlns:a="http://schemas.openxmlformats.org/drawingml/2006/main" noGrp="1"/>
          </p:cNvSpPr>
          <p:nvPr/>
        </p:nvSpPr>
        <p:spPr>
          <a:xfrm xmlns:a="http://schemas.openxmlformats.org/drawingml/2006/main" rot="0" flipH="0" flipV="0">
            <a:off x="68344" y="2253309"/>
            <a:ext cx="12061998" cy="124968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lvl1pPr algn="ctr">
              <a:defRPr/>
            </a:lvl1pPr>
            <a:lvl2pPr algn="ctr">
              <a:defRPr/>
            </a:lvl2pPr>
            <a:lvl3pPr algn="ctr">
              <a:defRPr/>
            </a:lvl3pPr>
            <a:lvl4pPr algn="ctr">
              <a:defRPr/>
            </a:lvl4pPr>
            <a:lvl5pPr algn="ctr">
              <a:defRPr/>
            </a:lvl5pPr>
            <a:lvl6pPr algn="ctr">
              <a:defRPr/>
            </a:lvl6pPr>
            <a:lvl7pPr algn="ctr">
              <a:defRPr/>
            </a:lvl7pPr>
            <a:lvl8pPr algn="ctr">
              <a:defRPr/>
            </a:lvl8pPr>
            <a:lvl9pPr algn="ctr">
              <a:defRPr/>
            </a:lvl9pPr>
          </a:lstStyle>
          <a:p xmlns:a="http://schemas.openxmlformats.org/drawingml/2006/main">
            <a:pPr algn="ctr"/>
            <a:r>
              <a:rPr sz="4800" b="1">
                <a:solidFill>
                  <a:srgbClr val="FFFFFF"/>
                </a:solidFill>
                <a:latin typeface="Times New Roman"/>
                <a:ea typeface="Times New Roman"/>
                <a:cs typeface="Times New Roman"/>
              </a:rPr>
              <a:t>Project Progress</a:t>
            </a:r>
          </a:p>
          <a:p xmlns:a="http://schemas.openxmlformats.org/drawingml/2006/main">
            <a:pPr algn="ctr"/>
            <a:r>
              <a:rPr sz="2800" b="0" i="1">
                <a:solidFill>
                  <a:srgbClr val="FFFFFF"/>
                </a:solidFill>
                <a:latin typeface="Times New Roman"/>
                <a:ea typeface="Times New Roman"/>
                <a:cs typeface="Times New Roman"/>
              </a:rPr>
              <a:t>Noto Peninsula: An Interactive 3D Landscape</a:t>
            </a:r>
          </a:p>
        </p:txBody>
      </p:sp>
      <p:sp>
        <p:nvSpPr>
          <p:cNvPr id="14" name="矩形 13">
            <a:extLst xmlns:a="http://schemas.openxmlformats.org/drawingml/2006/main">
              <a:ext uri="{FF2B5EF4-FFF2-40B4-BE49-F238E27FC236}">
                <a16:creationId xmlns:a16="http://schemas.microsoft.com/office/drawing/2014/main" id="{41EFCBF1-AAC9-4ABA-923E-0BE86BF6A2AA}"/>
              </a:ext>
            </a:extLst>
          </p:cNvPr>
          <p:cNvSpPr>
            <a:spLocks xmlns:a="http://schemas.openxmlformats.org/drawingml/2006/main" noGrp="1"/>
          </p:cNvSpPr>
          <p:nvPr/>
        </p:nvSpPr>
        <p:spPr>
          <a:xfrm xmlns:a="http://schemas.openxmlformats.org/drawingml/2006/main" rot="0" flipH="0" flipV="0">
            <a:off x="0" y="4075987"/>
            <a:ext cx="12198689" cy="122524"/>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p>
        </p:txBody>
      </p:sp>
      <p:sp>
        <p:nvSpPr>
          <p:cNvPr id="10" name="矩形 9">
            <a:extLst xmlns:a="http://schemas.openxmlformats.org/drawingml/2006/main">
              <a:ext uri="{FF2B5EF4-FFF2-40B4-BE49-F238E27FC236}">
                <a16:creationId xmlns:a16="http://schemas.microsoft.com/office/drawing/2014/main" id="{3EC7F10F-AB17-4C59-BA86-05D68C8B2552}"/>
              </a:ext>
            </a:extLst>
          </p:cNvPr>
          <p:cNvSpPr>
            <a:spLocks xmlns:a="http://schemas.openxmlformats.org/drawingml/2006/main" noGrp="1"/>
          </p:cNvSpPr>
          <p:nvPr/>
        </p:nvSpPr>
        <p:spPr>
          <a:xfrm xmlns:a="http://schemas.openxmlformats.org/drawingml/2006/main" rot="0" flipH="0" flipV="0">
            <a:off x="-2" y="1651151"/>
            <a:ext cx="12198691" cy="97654"/>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p>
        </p:txBody>
      </p:sp>
      <p:sp>
        <p:nvSpPr>
          <p:cNvPr id="4" name="矩形 3">
            <a:extLst xmlns:a="http://schemas.openxmlformats.org/drawingml/2006/main">
              <a:ext uri="{FF2B5EF4-FFF2-40B4-BE49-F238E27FC236}">
                <a16:creationId xmlns:a16="http://schemas.microsoft.com/office/drawing/2014/main" id="{BF3F0D5C-47CD-CE3D-3C6D-E6F4CA7C7319}"/>
              </a:ext>
            </a:extLst>
          </p:cNvPr>
          <p:cNvSpPr>
            <a:spLocks xmlns:a="http://schemas.openxmlformats.org/drawingml/2006/main" noGrp="1"/>
          </p:cNvSpPr>
          <p:nvPr/>
        </p:nvSpPr>
        <p:spPr>
          <a:xfrm xmlns:a="http://schemas.openxmlformats.org/drawingml/2006/main" rot="0" flipH="0" flipV="0">
            <a:off x="193065" y="377342"/>
            <a:ext cx="4726665" cy="10668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3200" b="1">
                <a:solidFill>
                  <a:srgbClr val="FFFFFF"/>
                </a:solidFill>
                <a:latin typeface="Times New Roman"/>
                <a:ea typeface="Times New Roman"/>
                <a:cs typeface="Times New Roman"/>
              </a:rPr>
              <a:t>COMP 5411</a:t>
            </a:r>
          </a:p>
          <a:p xmlns:a="http://schemas.openxmlformats.org/drawingml/2006/main">
            <a:pPr algn="l"/>
            <a:r>
              <a:rPr sz="3200" b="1" i="1">
                <a:solidFill>
                  <a:srgbClr val="FFFFFF"/>
                </a:solidFill>
                <a:latin typeface="Times New Roman"/>
                <a:ea typeface="Times New Roman"/>
                <a:cs typeface="Times New Roman"/>
              </a:rPr>
              <a:t>Assignment</a:t>
            </a:r>
          </a:p>
        </p:txBody>
      </p:sp>
      <p:sp>
        <p:nvSpPr>
          <p:cNvPr id="9224" name="TextBox 9">
            <a:extLst xmlns:a="http://schemas.openxmlformats.org/drawingml/2006/main">
              <a:ext uri="{FF2B5EF4-FFF2-40B4-BE49-F238E27FC236}">
                <a16:creationId xmlns:a16="http://schemas.microsoft.com/office/drawing/2014/main" id="{DE174692-7778-4262-B22F-E7142491289C}"/>
              </a:ext>
            </a:extLst>
          </p:cNvPr>
          <p:cNvSpPr>
            <a:spLocks xmlns:a="http://schemas.openxmlformats.org/drawingml/2006/main" noGrp="1"/>
          </p:cNvSpPr>
          <p:nvPr/>
        </p:nvSpPr>
        <p:spPr>
          <a:xfrm xmlns:a="http://schemas.openxmlformats.org/drawingml/2006/main">
            <a:off x="2342303" y="4601073"/>
            <a:ext cx="7514078" cy="115824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ctr">
            <a:noAutofit/>
          </a:bodyPr>
          <a:lstStyle xmlns:a="http://schemas.openxmlformats.org/drawingml/2006/main">
            <a:defPPr>
              <a:defRPr sz="2800" b="1">
                <a:solidFill>
                  <a:srgbClr val="002060"/>
                </a:solidFill>
                <a:latin typeface="Times New Roman"/>
                <a:ea typeface="Times New Roman"/>
                <a:cs typeface="Times New Roman"/>
              </a:defRPr>
            </a:defPPr>
            <a:lvl1pPr>
              <a:defRPr sz="2800" b="1">
                <a:solidFill>
                  <a:srgbClr val="002060"/>
                </a:solidFill>
                <a:latin typeface="Times New Roman"/>
                <a:ea typeface="Times New Roman"/>
                <a:cs typeface="Times New Roman"/>
              </a:defRPr>
            </a:lvl1pPr>
            <a:lvl2pPr>
              <a:defRPr sz="2800" b="1">
                <a:solidFill>
                  <a:srgbClr val="002060"/>
                </a:solidFill>
                <a:latin typeface="Times New Roman"/>
                <a:ea typeface="Times New Roman"/>
                <a:cs typeface="Times New Roman"/>
              </a:defRPr>
            </a:lvl2pPr>
            <a:lvl3pPr>
              <a:defRPr sz="2800" b="1">
                <a:solidFill>
                  <a:srgbClr val="002060"/>
                </a:solidFill>
                <a:latin typeface="Times New Roman"/>
                <a:ea typeface="Times New Roman"/>
                <a:cs typeface="Times New Roman"/>
              </a:defRPr>
            </a:lvl3pPr>
            <a:lvl4pPr>
              <a:defRPr sz="2800" b="1">
                <a:solidFill>
                  <a:srgbClr val="002060"/>
                </a:solidFill>
                <a:latin typeface="Times New Roman"/>
                <a:ea typeface="Times New Roman"/>
                <a:cs typeface="Times New Roman"/>
              </a:defRPr>
            </a:lvl4pPr>
            <a:lvl5pPr>
              <a:defRPr sz="2800" b="1">
                <a:solidFill>
                  <a:srgbClr val="002060"/>
                </a:solidFill>
                <a:latin typeface="Times New Roman"/>
                <a:ea typeface="Times New Roman"/>
                <a:cs typeface="Times New Roman"/>
              </a:defRPr>
            </a:lvl5pPr>
            <a:lvl6pPr>
              <a:defRPr sz="2800" b="1">
                <a:solidFill>
                  <a:srgbClr val="002060"/>
                </a:solidFill>
                <a:latin typeface="Times New Roman"/>
                <a:ea typeface="Times New Roman"/>
                <a:cs typeface="Times New Roman"/>
              </a:defRPr>
            </a:lvl6pPr>
            <a:lvl7pPr>
              <a:defRPr sz="2800" b="1">
                <a:solidFill>
                  <a:srgbClr val="002060"/>
                </a:solidFill>
                <a:latin typeface="Times New Roman"/>
                <a:ea typeface="Times New Roman"/>
                <a:cs typeface="Times New Roman"/>
              </a:defRPr>
            </a:lvl7pPr>
            <a:lvl8pPr>
              <a:defRPr sz="2800" b="1">
                <a:solidFill>
                  <a:srgbClr val="002060"/>
                </a:solidFill>
                <a:latin typeface="Times New Roman"/>
                <a:ea typeface="Times New Roman"/>
                <a:cs typeface="Times New Roman"/>
              </a:defRPr>
            </a:lvl8pPr>
            <a:lvl9pPr>
              <a:defRPr sz="2800" b="1">
                <a:solidFill>
                  <a:srgbClr val="002060"/>
                </a:solidFill>
                <a:latin typeface="Times New Roman"/>
                <a:ea typeface="Times New Roman"/>
                <a:cs typeface="Times New Roman"/>
              </a:defRPr>
            </a:lvl9pPr>
          </a:lstStyle>
          <a:p xmlns:a="http://schemas.openxmlformats.org/drawingml/2006/main">
            <a:pPr algn="ctr">
              <a:lnSpc>
                <a:spcPct val="125000"/>
              </a:lnSpc>
              <a:buNone/>
              <a:defRPr sz="2800" b="1">
                <a:solidFill>
                  <a:srgbClr val="002060"/>
                </a:solidFill>
                <a:latin typeface="Times New Roman"/>
                <a:ea typeface="Times New Roman"/>
                <a:cs typeface="Times New Roman"/>
              </a:defRPr>
            </a:pPr>
            <a:r>
              <a:rPr sz="2800" b="1">
                <a:solidFill>
                  <a:srgbClr val="002060"/>
                </a:solidFill>
                <a:latin typeface="Times New Roman"/>
                <a:ea typeface="Times New Roman"/>
                <a:cs typeface="Times New Roman"/>
              </a:rPr>
              <a:t>Group 12</a:t>
            </a:r>
          </a:p>
          <a:p xmlns:a="http://schemas.openxmlformats.org/drawingml/2006/main">
            <a:pPr algn="ctr">
              <a:lnSpc>
                <a:spcPct val="125000"/>
              </a:lnSpc>
              <a:buNone/>
              <a:defRPr sz="2800" b="1">
                <a:solidFill>
                  <a:srgbClr val="002060"/>
                </a:solidFill>
                <a:latin typeface="Times New Roman"/>
                <a:ea typeface="Times New Roman"/>
                <a:cs typeface="Times New Roman"/>
              </a:defRPr>
            </a:pPr>
            <a:r>
              <a:rPr sz="2800" b="1">
                <a:solidFill>
                  <a:srgbClr val="002060"/>
                </a:solidFill>
                <a:latin typeface="Times New Roman"/>
                <a:ea typeface="Times New Roman"/>
                <a:cs typeface="Times New Roman"/>
              </a:rPr>
              <a:t>LEE Hyunjin, TAN Jiming</a:t>
            </a:r>
          </a:p>
        </p:txBody>
      </p:sp>
      <p:sp>
        <p:nvSpPr>
          <p:cNvPr id="3" name="日期占位符 2">
            <a:extLst xmlns:a="http://schemas.openxmlformats.org/drawingml/2006/main">
              <a:ext uri="{FF2B5EF4-FFF2-40B4-BE49-F238E27FC236}">
                <a16:creationId xmlns:a16="http://schemas.microsoft.com/office/drawing/2014/main" id="{FFFEDDD3-E8E4-4E74-E6A9-99F404DA79E5}"/>
              </a:ext>
            </a:extLst>
          </p:cNvPr>
          <p:cNvSpPr>
            <a:spLocks xmlns:a="http://schemas.openxmlformats.org/drawingml/2006/main" noGrp="1"/>
          </p:cNvSpPr>
          <p:nvPr/>
        </p:nvSpPr>
        <p:spPr>
          <a:xfrm xmlns:a="http://schemas.openxmlformats.org/drawingml/2006/main">
            <a:off x="4685543" y="6027670"/>
            <a:ext cx="2844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2400" b="1">
                <a:solidFill>
                  <a:srgbClr val="000066"/>
                </a:solidFill>
                <a:latin typeface="Times New Roman"/>
                <a:ea typeface="Times New Roman"/>
                <a:cs typeface="Times New Roman"/>
              </a:defRPr>
            </a:defPPr>
            <a:lvl1pPr>
              <a:spcBef>
                <a:spcPct val="20000"/>
              </a:spcBef>
              <a:buFont typeface="Arial"/>
              <a:buChar char="•"/>
              <a:defRPr sz="3200" b="1">
                <a:solidFill>
                  <a:schemeClr val="tx1"/>
                </a:solidFill>
                <a:latin typeface="Calibri"/>
                <a:ea typeface="Calibri"/>
                <a:cs typeface="Calibri"/>
              </a:defRPr>
            </a:lvl1pPr>
            <a:lvl2pPr marL="742950" indent="-285750">
              <a:spcBef>
                <a:spcPct val="20000"/>
              </a:spcBef>
              <a:buFont typeface="Arial"/>
              <a:buChar char="–"/>
              <a:defRPr sz="2800" b="1">
                <a:solidFill>
                  <a:schemeClr val="tx1"/>
                </a:solidFill>
                <a:latin typeface="Calibri"/>
                <a:ea typeface="Calibri"/>
                <a:cs typeface="Calibri"/>
              </a:defRPr>
            </a:lvl2pPr>
            <a:lvl3pPr marL="1143000" indent="-228600">
              <a:spcBef>
                <a:spcPct val="20000"/>
              </a:spcBef>
              <a:buFont typeface="Arial"/>
              <a:buChar char="•"/>
              <a:defRPr sz="2400" b="1">
                <a:solidFill>
                  <a:schemeClr val="tx1"/>
                </a:solidFill>
                <a:latin typeface="Calibri"/>
                <a:ea typeface="Calibri"/>
                <a:cs typeface="Calibri"/>
              </a:defRPr>
            </a:lvl3pPr>
            <a:lvl4pPr marL="1600200" indent="-228600">
              <a:spcBef>
                <a:spcPct val="20000"/>
              </a:spcBef>
              <a:buFont typeface="Arial"/>
              <a:buChar char="–"/>
              <a:defRPr sz="2000" b="1">
                <a:solidFill>
                  <a:schemeClr val="tx1"/>
                </a:solidFill>
                <a:latin typeface="Calibri"/>
                <a:ea typeface="Calibri"/>
                <a:cs typeface="Calibri"/>
              </a:defRPr>
            </a:lvl4pPr>
            <a:lvl5pPr marL="2057400" indent="-228600">
              <a:spcBef>
                <a:spcPct val="20000"/>
              </a:spcBef>
              <a:buFont typeface="Arial"/>
              <a:buChar char="»"/>
              <a:defRPr sz="2000" b="1">
                <a:solidFill>
                  <a:schemeClr val="tx1"/>
                </a:solidFill>
                <a:latin typeface="Calibri"/>
                <a:ea typeface="Calibri"/>
                <a:cs typeface="Calibri"/>
              </a:defRPr>
            </a:lvl5pPr>
            <a:lvl6pPr marL="2514600" indent="-228600">
              <a:spcBef>
                <a:spcPct val="20000"/>
              </a:spcBef>
              <a:spcAft>
                <a:spcPct val="0"/>
              </a:spcAft>
              <a:buFont typeface="Arial"/>
              <a:buChar char="»"/>
              <a:defRPr sz="2000" b="1">
                <a:solidFill>
                  <a:schemeClr val="tx1"/>
                </a:solidFill>
                <a:latin typeface="Calibri"/>
                <a:ea typeface="Calibri"/>
                <a:cs typeface="Calibri"/>
              </a:defRPr>
            </a:lvl6pPr>
            <a:lvl7pPr marL="2971800" indent="-228600">
              <a:spcBef>
                <a:spcPct val="20000"/>
              </a:spcBef>
              <a:spcAft>
                <a:spcPct val="0"/>
              </a:spcAft>
              <a:buFont typeface="Arial"/>
              <a:buChar char="»"/>
              <a:defRPr sz="2000" b="1">
                <a:solidFill>
                  <a:schemeClr val="tx1"/>
                </a:solidFill>
                <a:latin typeface="Calibri"/>
                <a:ea typeface="Calibri"/>
                <a:cs typeface="Calibri"/>
              </a:defRPr>
            </a:lvl7pPr>
            <a:lvl8pPr marL="3429000" indent="-228600">
              <a:spcBef>
                <a:spcPct val="20000"/>
              </a:spcBef>
              <a:spcAft>
                <a:spcPct val="0"/>
              </a:spcAft>
              <a:buFont typeface="Arial"/>
              <a:buChar char="»"/>
              <a:defRPr sz="2000" b="1">
                <a:solidFill>
                  <a:schemeClr val="tx1"/>
                </a:solidFill>
                <a:latin typeface="Calibri"/>
                <a:ea typeface="Calibri"/>
                <a:cs typeface="Calibri"/>
              </a:defRPr>
            </a:lvl8pPr>
            <a:lvl9pPr marL="3886200" indent="-228600">
              <a:spcBef>
                <a:spcPct val="20000"/>
              </a:spcBef>
              <a:spcAft>
                <a:spcPct val="0"/>
              </a:spcAft>
              <a:buFont typeface="Arial"/>
              <a:buChar char="»"/>
              <a:defRPr sz="2000" b="1">
                <a:solidFill>
                  <a:schemeClr val="tx1"/>
                </a:solidFill>
                <a:latin typeface="Calibri"/>
                <a:ea typeface="Calibri"/>
                <a:cs typeface="Calibri"/>
              </a:defRPr>
            </a:lvl9pPr>
          </a:lstStyle>
          <a:p xmlns:a="http://schemas.openxmlformats.org/drawingml/2006/main">
            <a:pPr algn="ctr">
              <a:spcBef>
                <a:spcPct val="0"/>
              </a:spcBef>
              <a:buNone/>
              <a:defRPr sz="2400" b="1">
                <a:solidFill>
                  <a:srgbClr val="000066"/>
                </a:solidFill>
                <a:latin typeface="Times New Roman"/>
                <a:ea typeface="Times New Roman"/>
                <a:cs typeface="Times New Roman"/>
              </a:defRPr>
            </a:pPr>
            <a:r>
              <a:rPr sz="2400" b="1">
                <a:solidFill>
                  <a:srgbClr val="000066"/>
                </a:solidFill>
                <a:latin typeface="Times New Roman"/>
                <a:ea typeface="Times New Roman"/>
                <a:cs typeface="Times New Roman"/>
              </a:rPr>
              <a:t>2026-10-20</a:t>
            </a:r>
          </a:p>
        </p:txBody>
      </p:sp>
      <p:pic>
        <p:nvPicPr>
          <p:cNvPr id="7" name="图片 6">
            <a:extLst xmlns:a="http://schemas.openxmlformats.org/drawingml/2006/main">
              <a:ext uri="{FF2B5EF4-FFF2-40B4-BE49-F238E27FC236}">
                <a16:creationId xmlns:a16="http://schemas.microsoft.com/office/drawing/2014/main" id="{0E52E0BA-F33A-4DA3-A0BB-2203FD2E4D0A}"/>
              </a:ext>
            </a:extLst>
          </p:cNvPr>
          <p:cNvPicPr>
            <a:picLocks xmlns:a="http://schemas.openxmlformats.org/drawingml/2006/main" noChangeAspect="1"/>
          </p:cNvPicPr>
          <p:nvPr/>
        </p:nvPicPr>
        <p:blipFill>
          <a:blip xmlns:r="http://schemas.openxmlformats.org/officeDocument/2006/relationships" xmlns:a="http://schemas.openxmlformats.org/drawingml/2006/main" r:embed="Rc0d86a6a4b604962">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8752177" y="221605"/>
            <a:ext cx="3378164" cy="1391008"/>
          </a:xfrm>
          <a:prstGeom xmlns:a="http://schemas.openxmlformats.org/drawingml/2006/main" prst="rect">
            <a:avLst/>
          </a:prstGeom>
        </p:spPr>
      </p:pic>
      <p:sp>
        <p:nvSpPr>
          <p:cNvPr id="13" name="文本框 12">
            <a:extLst xmlns:a="http://schemas.openxmlformats.org/drawingml/2006/main">
              <a:ext uri="{FF2B5EF4-FFF2-40B4-BE49-F238E27FC236}">
                <a16:creationId xmlns:a16="http://schemas.microsoft.com/office/drawing/2014/main" id="{B28B2796-5276-0452-5489-9F52953A8430}"/>
              </a:ext>
            </a:extLst>
          </p:cNvPr>
          <p:cNvSpPr>
            <a:spLocks xmlns:a="http://schemas.openxmlformats.org/drawingml/2006/main" noGrp="1"/>
          </p:cNvSpPr>
          <p:nvPr/>
        </p:nvSpPr>
        <p:spPr>
          <a:xfrm xmlns:a="http://schemas.openxmlformats.org/drawingml/2006/main">
            <a:off x="0" y="6519445"/>
            <a:ext cx="6116854"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t>Cover image: Wajima C</a:t>
            </a:r>
            <a:r>
              <a:rPr sz="1600"/>
              <a:t>oast</a:t>
            </a:r>
            <a:r>
              <a:rPr sz="1600"/>
              <a:t>, Noto Peninsula</a:t>
            </a:r>
            <a:r>
              <a:rPr sz="1600"/>
              <a:t> </a:t>
            </a:r>
            <a:endParaRPr sz="1600"/>
          </a:p>
        </p:txBody>
      </p:sp>
    </p:spTree>
    <p:extLst>
      <p:ext uri="{BB962C8B-B14F-4D97-AF65-F5344CB8AC3E}">
        <p14:creationId xmlns:p14="http://schemas.microsoft.com/office/powerpoint/2010/main" val="11186596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矩形 15">
            <a:extLst xmlns:a="http://schemas.openxmlformats.org/drawingml/2006/main">
              <a:ext uri="{FF2B5EF4-FFF2-40B4-BE49-F238E27FC236}">
                <a16:creationId xmlns:a16="http://schemas.microsoft.com/office/drawing/2014/main" id="{AE957EB7-F655-45C3-A4B7-1E7A39478132}"/>
              </a:ext>
            </a:extLst>
          </p:cNvPr>
          <p:cNvSpPr>
            <a:spLocks xmlns:a="http://schemas.openxmlformats.org/drawingml/2006/main" noGrp="1"/>
          </p:cNvSpPr>
          <p:nvPr/>
        </p:nvSpPr>
        <p:spPr>
          <a:xfrm xmlns:a="http://schemas.openxmlformats.org/drawingml/2006/main">
            <a:off x="209550" y="123058"/>
            <a:ext cx="8801117"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3600" b="1">
                <a:solidFill>
                  <a:srgbClr val="000000"/>
                </a:solidFill>
                <a:latin typeface="Times New Roman"/>
                <a:ea typeface="Times New Roman"/>
                <a:cs typeface="Times New Roman"/>
              </a:defRPr>
            </a:defPPr>
            <a:lvl1pPr defTabSz="481013">
              <a:lnSpc>
                <a:spcPct val="90000"/>
              </a:lnSpc>
              <a:spcBef>
                <a:spcPts val="1000"/>
              </a:spcBef>
              <a:buFont typeface="Arial"/>
              <a:buChar char="•"/>
              <a:defRPr sz="2800" b="1">
                <a:solidFill>
                  <a:schemeClr val="tx1"/>
                </a:solidFill>
                <a:latin typeface="Calibri"/>
                <a:ea typeface="Calibri"/>
                <a:cs typeface="Calibri"/>
              </a:defRPr>
            </a:lvl1pPr>
            <a:lvl2pPr marL="742950" indent="-285750" defTabSz="481013">
              <a:lnSpc>
                <a:spcPct val="90000"/>
              </a:lnSpc>
              <a:spcBef>
                <a:spcPts val="500"/>
              </a:spcBef>
              <a:buFont typeface="Arial"/>
              <a:buChar char="•"/>
              <a:defRPr sz="2400" b="1">
                <a:solidFill>
                  <a:schemeClr val="tx1"/>
                </a:solidFill>
                <a:latin typeface="Calibri"/>
                <a:ea typeface="Calibri"/>
                <a:cs typeface="Calibri"/>
              </a:defRPr>
            </a:lvl2pPr>
            <a:lvl3pPr marL="1143000" indent="-228600" defTabSz="481013">
              <a:lnSpc>
                <a:spcPct val="90000"/>
              </a:lnSpc>
              <a:spcBef>
                <a:spcPts val="500"/>
              </a:spcBef>
              <a:buFont typeface="Arial"/>
              <a:buChar char="•"/>
              <a:defRPr sz="2000" b="1">
                <a:solidFill>
                  <a:schemeClr val="tx1"/>
                </a:solidFill>
                <a:latin typeface="Calibri"/>
                <a:ea typeface="Calibri"/>
                <a:cs typeface="Calibri"/>
              </a:defRPr>
            </a:lvl3pPr>
            <a:lvl4pPr marL="1600200" indent="-228600" defTabSz="481013">
              <a:lnSpc>
                <a:spcPct val="90000"/>
              </a:lnSpc>
              <a:spcBef>
                <a:spcPts val="500"/>
              </a:spcBef>
              <a:buFont typeface="Arial"/>
              <a:buChar char="•"/>
              <a:defRPr sz="3600" b="1">
                <a:solidFill>
                  <a:schemeClr val="tx1"/>
                </a:solidFill>
                <a:latin typeface="Calibri"/>
                <a:ea typeface="Calibri"/>
                <a:cs typeface="Calibri"/>
              </a:defRPr>
            </a:lvl4pPr>
            <a:lvl5pPr marL="2057400" indent="-228600" defTabSz="481013">
              <a:lnSpc>
                <a:spcPct val="90000"/>
              </a:lnSpc>
              <a:spcBef>
                <a:spcPts val="500"/>
              </a:spcBef>
              <a:buFont typeface="Arial"/>
              <a:buChar char="•"/>
              <a:defRPr sz="3600" b="1">
                <a:solidFill>
                  <a:schemeClr val="tx1"/>
                </a:solidFill>
                <a:latin typeface="Calibri"/>
                <a:ea typeface="Calibri"/>
                <a:cs typeface="Calibri"/>
              </a:defRPr>
            </a:lvl5pPr>
            <a:lvl6pPr marL="25146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6pPr>
            <a:lvl7pPr marL="29718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7pPr>
            <a:lvl8pPr marL="34290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8pPr>
            <a:lvl9pPr marL="38862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9pPr>
          </a:lstStyle>
          <a:p xmlns:a="http://schemas.openxmlformats.org/drawingml/2006/main">
            <a:pPr>
              <a:lnSpc>
                <a:spcPct val="100000"/>
              </a:lnSpc>
              <a:spcBef>
                <a:spcPct val="0"/>
              </a:spcBef>
              <a:buFontTx/>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Project Scope and Data</a:t>
            </a:r>
          </a:p>
        </p:txBody>
      </p:sp>
      <p:sp>
        <p:nvSpPr>
          <p:cNvPr id="11" name="矩形 10">
            <a:extLst xmlns:a="http://schemas.openxmlformats.org/drawingml/2006/main">
              <a:ext uri="{FF2B5EF4-FFF2-40B4-BE49-F238E27FC236}">
                <a16:creationId xmlns:a16="http://schemas.microsoft.com/office/drawing/2014/main" id="{25167FC8-F30E-4DB8-B2DA-997FCAA4BB2C}"/>
              </a:ext>
            </a:extLst>
          </p:cNvPr>
          <p:cNvSpPr>
            <a:spLocks xmlns:a="http://schemas.openxmlformats.org/drawingml/2006/main" noGrp="1"/>
          </p:cNvSpPr>
          <p:nvPr/>
        </p:nvSpPr>
        <p:spPr>
          <a:xfrm xmlns:a="http://schemas.openxmlformats.org/drawingml/2006/main" rot="0" flipH="0" flipV="0">
            <a:off x="0" y="805831"/>
            <a:ext cx="3754086" cy="144129"/>
          </a:xfrm>
          <a:prstGeom xmlns:a="http://schemas.openxmlformats.org/drawingml/2006/main" prst="rect">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直接连接符 11">
            <a:extLst xmlns:a="http://schemas.openxmlformats.org/drawingml/2006/main">
              <a:ext uri="{FF2B5EF4-FFF2-40B4-BE49-F238E27FC236}">
                <a16:creationId xmlns:a16="http://schemas.microsoft.com/office/drawing/2014/main" id="{BF576E27-6717-4DAE-BA2A-2C01A0F24FF1}"/>
              </a:ext>
            </a:extLst>
          </p:cNvPr>
          <p:cNvSpPr>
            <a:spLocks xmlns:a="http://schemas.openxmlformats.org/drawingml/2006/main" noGrp="1"/>
          </p:cNvSpPr>
          <p:nvPr/>
        </p:nvSpPr>
        <p:spPr>
          <a:xfrm xmlns:a="http://schemas.openxmlformats.org/drawingml/2006/main" rot="0" flipH="0" flipV="1">
            <a:off x="3745035" y="785813"/>
            <a:ext cx="4945482" cy="12010"/>
          </a:xfrm>
          <a:prstGeom xmlns:a="http://schemas.openxmlformats.org/drawingml/2006/main" prst="line">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56" name="图片 55">
            <a:extLst xmlns:a="http://schemas.openxmlformats.org/drawingml/2006/main">
              <a:ext uri="{FF2B5EF4-FFF2-40B4-BE49-F238E27FC236}">
                <a16:creationId xmlns:a16="http://schemas.microsoft.com/office/drawing/2014/main" id="{D938BAA3-F952-40BC-B5DF-994E72181B86}"/>
              </a:ext>
            </a:extLst>
          </p:cNvPr>
          <p:cNvPicPr>
            <a:picLocks xmlns:a="http://schemas.openxmlformats.org/drawingml/2006/main" noChangeAspect="1"/>
          </p:cNvPicPr>
          <p:nvPr/>
        </p:nvPicPr>
        <p:blipFill>
          <a:blip xmlns:r="http://schemas.openxmlformats.org/officeDocument/2006/relationships" xmlns:a="http://schemas.openxmlformats.org/drawingml/2006/main" r:embed="R97700685940946d9">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9115620" y="53987"/>
            <a:ext cx="2945272" cy="1212758"/>
          </a:xfrm>
          <a:prstGeom xmlns:a="http://schemas.openxmlformats.org/drawingml/2006/main" prst="rect">
            <a:avLst/>
          </a:prstGeom>
        </p:spPr>
      </p:pic>
      <p:sp>
        <p:nvSpPr>
          <p:cNvPr id="2" name="矩形 14">
            <a:extLst xmlns:a="http://schemas.openxmlformats.org/drawingml/2006/main">
              <a:ext uri="{FF2B5EF4-FFF2-40B4-BE49-F238E27FC236}">
                <a16:creationId xmlns:a16="http://schemas.microsoft.com/office/drawing/2014/main" id="{1DC205D9-B6F4-E205-202C-CE2F3C041975}"/>
              </a:ext>
            </a:extLst>
          </p:cNvPr>
          <p:cNvSpPr>
            <a:spLocks xmlns:a="http://schemas.openxmlformats.org/drawingml/2006/main" noGrp="1"/>
          </p:cNvSpPr>
          <p:nvPr/>
        </p:nvSpPr>
        <p:spPr>
          <a:xfrm xmlns:a="http://schemas.openxmlformats.org/drawingml/2006/main">
            <a:off x="473580" y="1266745"/>
            <a:ext cx="11111503" cy="1247073"/>
          </a:xfrm>
          <a:prstGeom xmlns:a="http://schemas.openxmlformats.org/drawingml/2006/main" prst="roundRect">
            <a:avLst>
              <a:gd name="adj" fmla="val 10181"/>
            </a:avLst>
          </a:prstGeom>
          <a:solidFill xmlns:a="http://schemas.openxmlformats.org/drawingml/2006/main">
            <a:schemeClr val="bg1">
              <a:lumMod val="95000"/>
            </a:schemeClr>
          </a:solidFill>
          <a:ln xmlns:a="http://schemas.openxmlformats.org/drawingml/2006/main" w="12700">
            <a:solidFill>
              <a:srgbClr val="01559B"/>
            </a:solidFill>
            <a:prstDash val="dash"/>
          </a:ln>
          <a:effectLst xmlns:a="http://schemas.openxmlformats.org/drawingml/2006/main">
            <a:outerShdw blurRad="50800" dist="38100" dir="2700000" algn="tl" rotWithShape="0">
              <a:prstClr val="black">
                <a:alpha val="40000"/>
              </a:prstClr>
            </a:outerShdw>
          </a:effectLst>
        </p:spPr>
        <p:txBody>
          <a:bodyPr xmlns:a="http://schemas.openxmlformats.org/drawingml/2006/main" wrap="square" tIns="72000" rIns="72000" bIns="72000" anchor="ctr">
            <a:noAutofit/>
          </a:bodyPr>
          <a:lstStyle xmlns:a="http://schemas.openxmlformats.org/drawingml/2006/main">
            <a:defPPr>
              <a:defRPr sz="1800" b="0">
                <a:solidFill>
                  <a:srgbClr val="111111"/>
                </a:solidFill>
                <a:latin typeface="Times New Roman"/>
                <a:ea typeface="Times New Roman"/>
                <a:cs typeface="Times New Roman"/>
              </a:defRPr>
            </a:defPPr>
            <a:lvl1pPr marL="457200" indent="-457200">
              <a:buNone/>
              <a:defRPr sz="1800" b="0">
                <a:solidFill>
                  <a:schemeClr val="tx1"/>
                </a:solidFill>
                <a:latin typeface="Arial"/>
                <a:ea typeface="Arial"/>
                <a:cs typeface="Arial"/>
              </a:defRPr>
            </a:lvl1pPr>
            <a:lvl2pPr marL="742950" indent="-285750">
              <a:buNone/>
              <a:defRPr sz="1800" b="0">
                <a:solidFill>
                  <a:schemeClr val="tx1"/>
                </a:solidFill>
                <a:latin typeface="Arial"/>
                <a:ea typeface="Arial"/>
                <a:cs typeface="Arial"/>
              </a:defRPr>
            </a:lvl2pPr>
            <a:lvl3pPr marL="1143000" indent="-228600">
              <a:buNone/>
              <a:defRPr sz="1800" b="0">
                <a:solidFill>
                  <a:schemeClr val="tx1"/>
                </a:solidFill>
                <a:latin typeface="Arial"/>
                <a:ea typeface="Arial"/>
                <a:cs typeface="Arial"/>
              </a:defRPr>
            </a:lvl3pPr>
            <a:lvl4pPr marL="1600200" indent="-228600">
              <a:buNone/>
              <a:defRPr sz="1800" b="0">
                <a:solidFill>
                  <a:schemeClr val="tx1"/>
                </a:solidFill>
                <a:latin typeface="Arial"/>
                <a:ea typeface="Arial"/>
                <a:cs typeface="Arial"/>
              </a:defRPr>
            </a:lvl4pPr>
            <a:lvl5pPr marL="2057400" indent="-228600">
              <a:buNone/>
              <a:defRPr sz="1800" b="0">
                <a:solidFill>
                  <a:schemeClr val="tx1"/>
                </a:solidFill>
                <a:latin typeface="Arial"/>
                <a:ea typeface="Arial"/>
                <a:cs typeface="Arial"/>
              </a:defRPr>
            </a:lvl5pPr>
            <a:lvl6pPr marL="2514600" indent="-228600">
              <a:spcBef>
                <a:spcPct val="0"/>
              </a:spcBef>
              <a:spcAft>
                <a:spcPct val="0"/>
              </a:spcAft>
              <a:buNone/>
              <a:defRPr sz="1800" b="0">
                <a:solidFill>
                  <a:schemeClr val="tx1"/>
                </a:solidFill>
                <a:latin typeface="Arial"/>
                <a:ea typeface="Arial"/>
                <a:cs typeface="Arial"/>
              </a:defRPr>
            </a:lvl6pPr>
            <a:lvl7pPr marL="2971800" indent="-228600">
              <a:spcBef>
                <a:spcPct val="0"/>
              </a:spcBef>
              <a:spcAft>
                <a:spcPct val="0"/>
              </a:spcAft>
              <a:buNone/>
              <a:defRPr sz="1800" b="0">
                <a:solidFill>
                  <a:schemeClr val="tx1"/>
                </a:solidFill>
                <a:latin typeface="Arial"/>
                <a:ea typeface="Arial"/>
                <a:cs typeface="Arial"/>
              </a:defRPr>
            </a:lvl7pPr>
            <a:lvl8pPr marL="3429000" indent="-228600">
              <a:spcBef>
                <a:spcPct val="0"/>
              </a:spcBef>
              <a:spcAft>
                <a:spcPct val="0"/>
              </a:spcAft>
              <a:buNone/>
              <a:defRPr sz="1800" b="0">
                <a:solidFill>
                  <a:schemeClr val="tx1"/>
                </a:solidFill>
                <a:latin typeface="Arial"/>
                <a:ea typeface="Arial"/>
                <a:cs typeface="Arial"/>
              </a:defRPr>
            </a:lvl8pPr>
            <a:lvl9pPr marL="3886200" indent="-228600">
              <a:spcBef>
                <a:spcPct val="0"/>
              </a:spcBef>
              <a:spcAft>
                <a:spcPct val="0"/>
              </a:spcAft>
              <a:buNone/>
              <a:defRPr sz="1800" b="0">
                <a:solidFill>
                  <a:schemeClr val="tx1"/>
                </a:solidFill>
                <a:latin typeface="Arial"/>
                <a:ea typeface="Arial"/>
                <a:cs typeface="Arial"/>
              </a:defRPr>
            </a:lvl9pPr>
          </a:lstStyle>
          <a:p xmlns:a="http://schemas.openxmlformats.org/drawingml/2006/main">
            <a:pPr marL="360000" indent="-360000">
              <a:lnSpc>
                <a:spcPct val="125000"/>
              </a:lnSpc>
              <a:buClr>
                <a:schemeClr val="tx1"/>
              </a:buClr>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Goal: Explore a real landscape in a web browser.</a:t>
            </a:r>
          </a:p>
          <a:p xmlns:a="http://schemas.openxmlformats.org/drawingml/2006/main">
            <a:pPr marL="360000" indent="-360000">
              <a:lnSpc>
                <a:spcPct val="125000"/>
              </a:lnSpc>
              <a:buClr>
                <a:schemeClr val="tx1"/>
              </a:buClr>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Inputs: 1 m DEM, geological categories and 2024 vegetation classes.</a:t>
            </a:r>
          </a:p>
          <a:p xmlns:a="http://schemas.openxmlformats.org/drawingml/2006/main">
            <a:pPr marL="360000" indent="-360000">
              <a:lnSpc>
                <a:spcPct val="125000"/>
              </a:lnSpc>
              <a:buClr>
                <a:schemeClr val="tx1"/>
              </a:buClr>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Platform: Three.js, WebGL and project-specific GLSL shaders.</a:t>
            </a:r>
            <a:endParaRPr>
              <a:solidFill>
                <a:srgbClr val="000000"/>
              </a:solidFill>
              <a:latin typeface="Times New Roman"/>
              <a:ea typeface="Times New Roman"/>
              <a:cs typeface="Times New Roman"/>
            </a:endParaRPr>
          </a:p>
        </p:txBody>
      </p:sp>
      <p:pic>
        <p:nvPicPr>
          <p:cNvPr id="13" name="图片 12">
            <a:extLst xmlns:a="http://schemas.openxmlformats.org/drawingml/2006/main">
              <a:ext uri="{FF2B5EF4-FFF2-40B4-BE49-F238E27FC236}">
                <a16:creationId xmlns:a16="http://schemas.microsoft.com/office/drawing/2014/main" id="{556E9AC4-BC9C-4F4D-9FBA-ADEC88681CA5}"/>
              </a:ext>
            </a:extLst>
          </p:cNvPr>
          <p:cNvPicPr>
            <a:picLocks xmlns:a="http://schemas.openxmlformats.org/drawingml/2006/main" noChangeAspect="1"/>
          </p:cNvPicPr>
          <p:nvPr/>
        </p:nvPicPr>
        <p:blipFill>
          <a:blip xmlns:r="http://schemas.openxmlformats.org/officeDocument/2006/relationships" xmlns:a="http://schemas.openxmlformats.org/drawingml/2006/main" r:embed="R2b1295e68c504640"/>
          <a:stretch xmlns:a="http://schemas.openxmlformats.org/drawingml/2006/main">
            <a:fillRect l="0" t="0" r="0" b="0"/>
          </a:stretch>
        </p:blipFill>
        <p:spPr>
          <a:xfrm xmlns:a="http://schemas.openxmlformats.org/drawingml/2006/main">
            <a:off x="473580" y="2710244"/>
            <a:ext cx="5222063" cy="3639756"/>
          </a:xfrm>
          <a:prstGeom xmlns:a="http://schemas.openxmlformats.org/drawingml/2006/main" prst="rect">
            <a:avLst/>
          </a:prstGeom>
          <a:effectLst xmlns:a="http://schemas.openxmlformats.org/drawingml/2006/main">
            <a:outerShdw blurRad="63500" sx="102000" sy="102000" algn="ctr" rotWithShape="0">
              <a:prstClr val="black">
                <a:alpha val="40000"/>
              </a:prstClr>
            </a:outerShdw>
          </a:effectLst>
        </p:spPr>
      </p:pic>
      <p:sp>
        <p:nvSpPr>
          <p:cNvPr id="14" name="文本框 13">
            <a:extLst xmlns:a="http://schemas.openxmlformats.org/drawingml/2006/main">
              <a:ext uri="{FF2B5EF4-FFF2-40B4-BE49-F238E27FC236}">
                <a16:creationId xmlns:a16="http://schemas.microsoft.com/office/drawing/2014/main" id="{F2155736-5666-CABA-B60C-61250FC17DC5}"/>
              </a:ext>
            </a:extLst>
          </p:cNvPr>
          <p:cNvSpPr>
            <a:spLocks xmlns:a="http://schemas.openxmlformats.org/drawingml/2006/main" noGrp="1"/>
          </p:cNvSpPr>
          <p:nvPr/>
        </p:nvSpPr>
        <p:spPr>
          <a:xfrm xmlns:a="http://schemas.openxmlformats.org/drawingml/2006/main">
            <a:off x="717561" y="6396388"/>
            <a:ext cx="473410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1600" b="0">
                <a:solidFill>
                  <a:srgbClr val="003366"/>
                </a:solidFill>
                <a:latin typeface="Times New Roman"/>
                <a:ea typeface="Times New Roman"/>
                <a:cs typeface="Times New Roman"/>
              </a:defRPr>
            </a:defPPr>
            <a:lvl1pPr algn="ctr">
              <a:spcBef>
                <a:spcPts val="0"/>
              </a:spcBef>
              <a:spcAft>
                <a:spcPts val="0"/>
              </a:spcAft>
              <a:buNone/>
              <a:defRPr sz="2000" b="1" kern="0">
                <a:solidFill>
                  <a:prstClr val="white"/>
                </a:solidFill>
                <a:latin typeface="微软雅黑"/>
                <a:ea typeface="微软雅黑"/>
                <a:cs typeface="微软雅黑"/>
              </a:defRPr>
            </a:lvl1pPr>
            <a:lvl2pPr>
              <a:defRPr sz="1600" b="0">
                <a:solidFill>
                  <a:srgbClr val="003366"/>
                </a:solidFill>
                <a:latin typeface="Times New Roman"/>
                <a:ea typeface="Times New Roman"/>
                <a:cs typeface="Times New Roman"/>
              </a:defRPr>
            </a:lvl2pPr>
            <a:lvl3pPr>
              <a:defRPr sz="1600" b="0">
                <a:solidFill>
                  <a:srgbClr val="003366"/>
                </a:solidFill>
                <a:latin typeface="Times New Roman"/>
                <a:ea typeface="Times New Roman"/>
                <a:cs typeface="Times New Roman"/>
              </a:defRPr>
            </a:lvl3pPr>
            <a:lvl4pPr>
              <a:defRPr sz="1600" b="0">
                <a:solidFill>
                  <a:srgbClr val="003366"/>
                </a:solidFill>
                <a:latin typeface="Times New Roman"/>
                <a:ea typeface="Times New Roman"/>
                <a:cs typeface="Times New Roman"/>
              </a:defRPr>
            </a:lvl4pPr>
            <a:lvl5pPr>
              <a:defRPr sz="1600" b="0">
                <a:solidFill>
                  <a:srgbClr val="003366"/>
                </a:solidFill>
                <a:latin typeface="Times New Roman"/>
                <a:ea typeface="Times New Roman"/>
                <a:cs typeface="Times New Roman"/>
              </a:defRPr>
            </a:lvl5pPr>
            <a:lvl6pPr>
              <a:defRPr sz="1600" b="0">
                <a:solidFill>
                  <a:srgbClr val="003366"/>
                </a:solidFill>
                <a:latin typeface="Times New Roman"/>
                <a:ea typeface="Times New Roman"/>
                <a:cs typeface="Times New Roman"/>
              </a:defRPr>
            </a:lvl6pPr>
            <a:lvl7pPr>
              <a:defRPr sz="1600" b="0">
                <a:solidFill>
                  <a:srgbClr val="003366"/>
                </a:solidFill>
                <a:latin typeface="Times New Roman"/>
                <a:ea typeface="Times New Roman"/>
                <a:cs typeface="Times New Roman"/>
              </a:defRPr>
            </a:lvl7pPr>
            <a:lvl8pPr>
              <a:defRPr sz="1600" b="0">
                <a:solidFill>
                  <a:srgbClr val="003366"/>
                </a:solidFill>
                <a:latin typeface="Times New Roman"/>
                <a:ea typeface="Times New Roman"/>
                <a:cs typeface="Times New Roman"/>
              </a:defRPr>
            </a:lvl8pPr>
            <a:lvl9pPr>
              <a:defRPr sz="1600" b="0">
                <a:solidFill>
                  <a:srgbClr val="003366"/>
                </a:solidFill>
                <a:latin typeface="Times New Roman"/>
                <a:ea typeface="Times New Roman"/>
                <a:cs typeface="Times New Roman"/>
              </a:defRPr>
            </a:lvl9pPr>
          </a:lstStyle>
          <a:p xmlns:a="http://schemas.openxmlformats.org/drawingml/2006/main">
            <a:pPr>
              <a:defRPr sz="1600" b="0">
                <a:solidFill>
                  <a:srgbClr val="003366"/>
                </a:solidFill>
                <a:latin typeface="Times New Roman"/>
                <a:ea typeface="Times New Roman"/>
                <a:cs typeface="Times New Roman"/>
              </a:defRPr>
            </a:pPr>
            <a:r>
              <a:rPr sz="1600" b="0">
                <a:solidFill>
                  <a:srgbClr val="003366"/>
                </a:solidFill>
                <a:latin typeface="Times New Roman"/>
                <a:ea typeface="Times New Roman"/>
                <a:cs typeface="Times New Roman"/>
              </a:rPr>
              <a:t>1 m source DEM contours</a:t>
            </a:r>
            <a:endParaRPr sz="1600" b="0">
              <a:solidFill>
                <a:srgbClr val="003366"/>
              </a:solidFill>
              <a:latin typeface="Times"/>
              <a:ea typeface="Times"/>
              <a:cs typeface="Times"/>
            </a:endParaRPr>
          </a:p>
        </p:txBody>
      </p:sp>
      <p:pic>
        <p:nvPicPr>
          <p:cNvPr id="19" name="图片 18">
            <a:extLst xmlns:a="http://schemas.openxmlformats.org/drawingml/2006/main">
              <a:ext uri="{FF2B5EF4-FFF2-40B4-BE49-F238E27FC236}">
                <a16:creationId xmlns:a16="http://schemas.microsoft.com/office/drawing/2014/main" id="{72B41C51-8EB1-4C1B-AEC5-8696BDE512A6}"/>
              </a:ext>
            </a:extLst>
          </p:cNvPr>
          <p:cNvPicPr>
            <a:picLocks xmlns:a="http://schemas.openxmlformats.org/drawingml/2006/main" noChangeAspect="1"/>
          </p:cNvPicPr>
          <p:nvPr/>
        </p:nvPicPr>
        <p:blipFill>
          <a:blip xmlns:r="http://schemas.openxmlformats.org/officeDocument/2006/relationships" xmlns:a="http://schemas.openxmlformats.org/drawingml/2006/main" r:embed="R9ce2cb9c3ed34b51">
            <a:clrChange>
              <a:clrFrom>
                <a:srgbClr val="E7EAEC"/>
              </a:clrFrom>
              <a:clrTo>
                <a:srgbClr val="E7EAEC">
                  <a:alpha val="0"/>
                </a:srgbClr>
              </a:clrTo>
            </a:clrChange>
          </a:blip>
          <a:srcRect xmlns:a="http://schemas.openxmlformats.org/drawingml/2006/main" l="1793" t="0" r="0" b="0"/>
          <a:stretch xmlns:a="http://schemas.openxmlformats.org/drawingml/2006/main">
            <a:fillRect l="0" t="0" r="0" b="0"/>
          </a:stretch>
        </p:blipFill>
        <p:spPr>
          <a:xfrm xmlns:a="http://schemas.openxmlformats.org/drawingml/2006/main">
            <a:off x="6096000" y="2710244"/>
            <a:ext cx="5489067" cy="3639788"/>
          </a:xfrm>
          <a:prstGeom xmlns:a="http://schemas.openxmlformats.org/drawingml/2006/main" prst="rect">
            <a:avLst/>
          </a:prstGeom>
        </p:spPr>
      </p:pic>
      <p:sp>
        <p:nvSpPr>
          <p:cNvPr id="21" name="文本框 20">
            <a:extLst xmlns:a="http://schemas.openxmlformats.org/drawingml/2006/main">
              <a:ext uri="{FF2B5EF4-FFF2-40B4-BE49-F238E27FC236}">
                <a16:creationId xmlns:a16="http://schemas.microsoft.com/office/drawing/2014/main" id="{BEA90F79-9DE0-D77D-8F8C-F4BF8D8B1116}"/>
              </a:ext>
            </a:extLst>
          </p:cNvPr>
          <p:cNvSpPr>
            <a:spLocks xmlns:a="http://schemas.openxmlformats.org/drawingml/2006/main" noGrp="1"/>
          </p:cNvSpPr>
          <p:nvPr/>
        </p:nvSpPr>
        <p:spPr>
          <a:xfrm xmlns:a="http://schemas.openxmlformats.org/drawingml/2006/main">
            <a:off x="6473491" y="6396388"/>
            <a:ext cx="473410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1600" b="0">
                <a:solidFill>
                  <a:srgbClr val="003366"/>
                </a:solidFill>
                <a:latin typeface="Times New Roman"/>
                <a:ea typeface="Times New Roman"/>
                <a:cs typeface="Times New Roman"/>
              </a:defRPr>
            </a:defPPr>
            <a:lvl1pPr algn="ctr">
              <a:spcBef>
                <a:spcPts val="0"/>
              </a:spcBef>
              <a:spcAft>
                <a:spcPts val="0"/>
              </a:spcAft>
              <a:buNone/>
              <a:defRPr sz="2000" b="1" kern="0">
                <a:solidFill>
                  <a:prstClr val="white"/>
                </a:solidFill>
                <a:latin typeface="微软雅黑"/>
                <a:ea typeface="微软雅黑"/>
                <a:cs typeface="微软雅黑"/>
              </a:defRPr>
            </a:lvl1pPr>
            <a:lvl2pPr>
              <a:defRPr sz="1600" b="0">
                <a:solidFill>
                  <a:srgbClr val="003366"/>
                </a:solidFill>
                <a:latin typeface="Times New Roman"/>
                <a:ea typeface="Times New Roman"/>
                <a:cs typeface="Times New Roman"/>
              </a:defRPr>
            </a:lvl2pPr>
            <a:lvl3pPr>
              <a:defRPr sz="1600" b="0">
                <a:solidFill>
                  <a:srgbClr val="003366"/>
                </a:solidFill>
                <a:latin typeface="Times New Roman"/>
                <a:ea typeface="Times New Roman"/>
                <a:cs typeface="Times New Roman"/>
              </a:defRPr>
            </a:lvl3pPr>
            <a:lvl4pPr>
              <a:defRPr sz="1600" b="0">
                <a:solidFill>
                  <a:srgbClr val="003366"/>
                </a:solidFill>
                <a:latin typeface="Times New Roman"/>
                <a:ea typeface="Times New Roman"/>
                <a:cs typeface="Times New Roman"/>
              </a:defRPr>
            </a:lvl4pPr>
            <a:lvl5pPr>
              <a:defRPr sz="1600" b="0">
                <a:solidFill>
                  <a:srgbClr val="003366"/>
                </a:solidFill>
                <a:latin typeface="Times New Roman"/>
                <a:ea typeface="Times New Roman"/>
                <a:cs typeface="Times New Roman"/>
              </a:defRPr>
            </a:lvl5pPr>
            <a:lvl6pPr>
              <a:defRPr sz="1600" b="0">
                <a:solidFill>
                  <a:srgbClr val="003366"/>
                </a:solidFill>
                <a:latin typeface="Times New Roman"/>
                <a:ea typeface="Times New Roman"/>
                <a:cs typeface="Times New Roman"/>
              </a:defRPr>
            </a:lvl6pPr>
            <a:lvl7pPr>
              <a:defRPr sz="1600" b="0">
                <a:solidFill>
                  <a:srgbClr val="003366"/>
                </a:solidFill>
                <a:latin typeface="Times New Roman"/>
                <a:ea typeface="Times New Roman"/>
                <a:cs typeface="Times New Roman"/>
              </a:defRPr>
            </a:lvl7pPr>
            <a:lvl8pPr>
              <a:defRPr sz="1600" b="0">
                <a:solidFill>
                  <a:srgbClr val="003366"/>
                </a:solidFill>
                <a:latin typeface="Times New Roman"/>
                <a:ea typeface="Times New Roman"/>
                <a:cs typeface="Times New Roman"/>
              </a:defRPr>
            </a:lvl8pPr>
            <a:lvl9pPr>
              <a:defRPr sz="1600" b="0">
                <a:solidFill>
                  <a:srgbClr val="003366"/>
                </a:solidFill>
                <a:latin typeface="Times New Roman"/>
                <a:ea typeface="Times New Roman"/>
                <a:cs typeface="Times New Roman"/>
              </a:defRPr>
            </a:lvl9pPr>
          </a:lstStyle>
          <a:p xmlns:a="http://schemas.openxmlformats.org/drawingml/2006/main">
            <a:pPr>
              <a:defRPr sz="1600" b="0">
                <a:solidFill>
                  <a:srgbClr val="003366"/>
                </a:solidFill>
                <a:latin typeface="Times New Roman"/>
                <a:ea typeface="Times New Roman"/>
                <a:cs typeface="Times New Roman"/>
              </a:defRPr>
            </a:pPr>
            <a:r>
              <a:rPr sz="1600" b="0">
                <a:solidFill>
                  <a:srgbClr val="003366"/>
                </a:solidFill>
                <a:latin typeface="Times New Roman"/>
                <a:ea typeface="Times New Roman"/>
                <a:cs typeface="Times New Roman"/>
              </a:rPr>
              <a:t>Current viewer: approximately 33.23 × 23.14 km</a:t>
            </a:r>
            <a:endParaRPr sz="1600" b="0">
              <a:solidFill>
                <a:srgbClr val="003366"/>
              </a:solidFill>
              <a:latin typeface="Times"/>
              <a:ea typeface="Times"/>
              <a:cs typeface="Times"/>
            </a:endParaRPr>
          </a:p>
        </p:txBody>
      </p:sp>
    </p:spTree>
    <p:extLst>
      <p:ext uri="{BB962C8B-B14F-4D97-AF65-F5344CB8AC3E}">
        <p14:creationId xmlns:p14="http://schemas.microsoft.com/office/powerpoint/2010/main" val="22642388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 name="矩形 15">
            <a:extLst xmlns:a="http://schemas.openxmlformats.org/drawingml/2006/main">
              <a:ext uri="{FF2B5EF4-FFF2-40B4-BE49-F238E27FC236}">
                <a16:creationId xmlns:a16="http://schemas.microsoft.com/office/drawing/2014/main" id="{56D61DA5-510B-3FC6-4C3E-E0D16C75B88A}"/>
              </a:ext>
            </a:extLst>
          </p:cNvPr>
          <p:cNvSpPr>
            <a:spLocks xmlns:a="http://schemas.openxmlformats.org/drawingml/2006/main" noGrp="1"/>
          </p:cNvSpPr>
          <p:nvPr/>
        </p:nvSpPr>
        <p:spPr>
          <a:xfrm xmlns:a="http://schemas.openxmlformats.org/drawingml/2006/main">
            <a:off x="209550" y="123058"/>
            <a:ext cx="8801117"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3600" b="1">
                <a:solidFill>
                  <a:srgbClr val="000000"/>
                </a:solidFill>
                <a:latin typeface="Times New Roman"/>
                <a:ea typeface="Times New Roman"/>
                <a:cs typeface="Times New Roman"/>
              </a:defRPr>
            </a:defPPr>
            <a:lvl1pPr defTabSz="481013">
              <a:lnSpc>
                <a:spcPct val="90000"/>
              </a:lnSpc>
              <a:spcBef>
                <a:spcPts val="1000"/>
              </a:spcBef>
              <a:buFont typeface="Arial"/>
              <a:buChar char="•"/>
              <a:defRPr sz="2800" b="1">
                <a:solidFill>
                  <a:schemeClr val="tx1"/>
                </a:solidFill>
                <a:latin typeface="Calibri"/>
                <a:ea typeface="Calibri"/>
                <a:cs typeface="Calibri"/>
              </a:defRPr>
            </a:lvl1pPr>
            <a:lvl2pPr marL="742950" indent="-285750" defTabSz="481013">
              <a:lnSpc>
                <a:spcPct val="90000"/>
              </a:lnSpc>
              <a:spcBef>
                <a:spcPts val="500"/>
              </a:spcBef>
              <a:buFont typeface="Arial"/>
              <a:buChar char="•"/>
              <a:defRPr sz="2400" b="1">
                <a:solidFill>
                  <a:schemeClr val="tx1"/>
                </a:solidFill>
                <a:latin typeface="Calibri"/>
                <a:ea typeface="Calibri"/>
                <a:cs typeface="Calibri"/>
              </a:defRPr>
            </a:lvl2pPr>
            <a:lvl3pPr marL="1143000" indent="-228600" defTabSz="481013">
              <a:lnSpc>
                <a:spcPct val="90000"/>
              </a:lnSpc>
              <a:spcBef>
                <a:spcPts val="500"/>
              </a:spcBef>
              <a:buFont typeface="Arial"/>
              <a:buChar char="•"/>
              <a:defRPr sz="2000" b="1">
                <a:solidFill>
                  <a:schemeClr val="tx1"/>
                </a:solidFill>
                <a:latin typeface="Calibri"/>
                <a:ea typeface="Calibri"/>
                <a:cs typeface="Calibri"/>
              </a:defRPr>
            </a:lvl3pPr>
            <a:lvl4pPr marL="1600200" indent="-228600" defTabSz="481013">
              <a:lnSpc>
                <a:spcPct val="90000"/>
              </a:lnSpc>
              <a:spcBef>
                <a:spcPts val="500"/>
              </a:spcBef>
              <a:buFont typeface="Arial"/>
              <a:buChar char="•"/>
              <a:defRPr sz="3600" b="1">
                <a:solidFill>
                  <a:schemeClr val="tx1"/>
                </a:solidFill>
                <a:latin typeface="Calibri"/>
                <a:ea typeface="Calibri"/>
                <a:cs typeface="Calibri"/>
              </a:defRPr>
            </a:lvl4pPr>
            <a:lvl5pPr marL="2057400" indent="-228600" defTabSz="481013">
              <a:lnSpc>
                <a:spcPct val="90000"/>
              </a:lnSpc>
              <a:spcBef>
                <a:spcPts val="500"/>
              </a:spcBef>
              <a:buFont typeface="Arial"/>
              <a:buChar char="•"/>
              <a:defRPr sz="3600" b="1">
                <a:solidFill>
                  <a:schemeClr val="tx1"/>
                </a:solidFill>
                <a:latin typeface="Calibri"/>
                <a:ea typeface="Calibri"/>
                <a:cs typeface="Calibri"/>
              </a:defRPr>
            </a:lvl5pPr>
            <a:lvl6pPr marL="25146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6pPr>
            <a:lvl7pPr marL="29718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7pPr>
            <a:lvl8pPr marL="34290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8pPr>
            <a:lvl9pPr marL="38862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9pPr>
          </a:lstStyle>
          <a:p xmlns:a="http://schemas.openxmlformats.org/drawingml/2006/main">
            <a:pPr>
              <a:lnSpc>
                <a:spcPct val="100000"/>
              </a:lnSpc>
              <a:spcBef>
                <a:spcPct val="0"/>
              </a:spcBef>
              <a:buFontTx/>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Current Graphics Pipeline</a:t>
            </a:r>
          </a:p>
        </p:txBody>
      </p:sp>
      <p:sp>
        <p:nvSpPr>
          <p:cNvPr id="11" name="矩形 10">
            <a:extLst xmlns:a="http://schemas.openxmlformats.org/drawingml/2006/main">
              <a:ext uri="{FF2B5EF4-FFF2-40B4-BE49-F238E27FC236}">
                <a16:creationId xmlns:a16="http://schemas.microsoft.com/office/drawing/2014/main" id="{DA94FDD4-A7B7-548F-C924-50BE2E306E25}"/>
              </a:ext>
            </a:extLst>
          </p:cNvPr>
          <p:cNvSpPr>
            <a:spLocks xmlns:a="http://schemas.openxmlformats.org/drawingml/2006/main" noGrp="1"/>
          </p:cNvSpPr>
          <p:nvPr/>
        </p:nvSpPr>
        <p:spPr>
          <a:xfrm xmlns:a="http://schemas.openxmlformats.org/drawingml/2006/main" rot="0" flipH="0" flipV="0">
            <a:off x="0" y="805831"/>
            <a:ext cx="3754086" cy="144129"/>
          </a:xfrm>
          <a:prstGeom xmlns:a="http://schemas.openxmlformats.org/drawingml/2006/main" prst="rect">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直接连接符 11">
            <a:extLst xmlns:a="http://schemas.openxmlformats.org/drawingml/2006/main">
              <a:ext uri="{FF2B5EF4-FFF2-40B4-BE49-F238E27FC236}">
                <a16:creationId xmlns:a16="http://schemas.microsoft.com/office/drawing/2014/main" id="{E8AC5247-76DC-483B-8EA2-29258126B41E}"/>
              </a:ext>
            </a:extLst>
          </p:cNvPr>
          <p:cNvSpPr>
            <a:spLocks xmlns:a="http://schemas.openxmlformats.org/drawingml/2006/main" noGrp="1"/>
          </p:cNvSpPr>
          <p:nvPr/>
        </p:nvSpPr>
        <p:spPr>
          <a:xfrm xmlns:a="http://schemas.openxmlformats.org/drawingml/2006/main" rot="0" flipH="0" flipV="1">
            <a:off x="3745035" y="785813"/>
            <a:ext cx="4945482" cy="12010"/>
          </a:xfrm>
          <a:prstGeom xmlns:a="http://schemas.openxmlformats.org/drawingml/2006/main" prst="line">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56" name="图片 55">
            <a:extLst xmlns:a="http://schemas.openxmlformats.org/drawingml/2006/main">
              <a:ext uri="{FF2B5EF4-FFF2-40B4-BE49-F238E27FC236}">
                <a16:creationId xmlns:a16="http://schemas.microsoft.com/office/drawing/2014/main" id="{1624593C-1B84-4CC8-A8B9-1FC631429A93}"/>
              </a:ext>
            </a:extLst>
          </p:cNvPr>
          <p:cNvPicPr>
            <a:picLocks xmlns:a="http://schemas.openxmlformats.org/drawingml/2006/main" noChangeAspect="1"/>
          </p:cNvPicPr>
          <p:nvPr/>
        </p:nvPicPr>
        <p:blipFill>
          <a:blip xmlns:r="http://schemas.openxmlformats.org/officeDocument/2006/relationships" xmlns:a="http://schemas.openxmlformats.org/drawingml/2006/main" r:embed="Redf8aebf7aba41e1">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9115620" y="53987"/>
            <a:ext cx="2945272" cy="1212758"/>
          </a:xfrm>
          <a:prstGeom xmlns:a="http://schemas.openxmlformats.org/drawingml/2006/main" prst="rect">
            <a:avLst/>
          </a:prstGeom>
        </p:spPr>
      </p:pic>
      <p:sp>
        <p:nvSpPr>
          <p:cNvPr id="2" name="powerpoint template design by DAJU_PPT正版来源小红书大橘PPT微信DAJU_PPT请勿抄袭搬运！盗版必究！">
            <a:extLst xmlns:a="http://schemas.openxmlformats.org/drawingml/2006/main">
              <a:ext uri="{FF2B5EF4-FFF2-40B4-BE49-F238E27FC236}">
                <a16:creationId xmlns:a16="http://schemas.microsoft.com/office/drawing/2014/main" id="{653D1054-06F7-3532-5AA9-B6A37B28ECFB}"/>
              </a:ext>
            </a:extLst>
          </p:cNvPr>
          <p:cNvSpPr>
            <a:spLocks xmlns:a="http://schemas.openxmlformats.org/drawingml/2006/main" noGrp="1"/>
          </p:cNvSpPr>
          <p:nvPr/>
        </p:nvSpPr>
        <p:spPr>
          <a:xfrm xmlns:a="http://schemas.openxmlformats.org/drawingml/2006/main">
            <a:off x="473578" y="986402"/>
            <a:ext cx="7459807" cy="461760"/>
          </a:xfrm>
          <a:prstGeom xmlns:a="http://schemas.openxmlformats.org/drawingml/2006/main" prst="rect">
            <a:avLst/>
          </a:prstGeom>
          <a:noFill xmlns:a="http://schemas.openxmlformats.org/drawingml/2006/main"/>
        </p:spPr>
        <p:txBody>
          <a:bodyPr xmlns:a="http://schemas.openxmlformats.org/drawingml/2006/main" wrap="square" lIns="0" tIns="48000" rIns="0" bIns="48000" anchor="ctr">
            <a:noAutofit/>
          </a:bodyPr>
          <a:lstStyle xmlns:a="http://schemas.openxmlformats.org/drawingml/2006/main">
            <a:defPPr>
              <a:defRPr sz="2400" b="1">
                <a:solidFill>
                  <a:srgbClr val="01559B"/>
                </a:solidFill>
                <a:latin typeface="Times New Roman"/>
                <a:ea typeface="Times New Roman"/>
                <a:cs typeface="Times New Roman"/>
              </a:defRPr>
            </a:defPPr>
            <a:lvl1pPr>
              <a:buNone/>
              <a:defRPr sz="2000" b="1">
                <a:solidFill>
                  <a:schemeClr val="accent1"/>
                </a:solidFill>
                <a:latin typeface="+mj-ea"/>
                <a:ea typeface="+mj-ea"/>
                <a:cs typeface="+mj-ea"/>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marL="0" marR="0" lvl="0" indent="0" algn="l" defTabSz="914400">
              <a:lnSpc>
                <a:spcPct val="100000"/>
              </a:lnSpc>
              <a:spcBef>
                <a:spcPts val="0"/>
              </a:spcBef>
              <a:spcAft>
                <a:spcPts val="0"/>
              </a:spcAft>
              <a:buClrTx/>
              <a:buSzTx/>
              <a:buFontTx/>
              <a:buNone/>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Geometry processing</a:t>
            </a:r>
            <a:endParaRPr sz="2400" i="0" u="none" strike="noStrike" kern="1200" cap="none" spc="0" baseline="0">
              <a:ln>
                <a:noFill/>
              </a:ln>
              <a:solidFill>
                <a:srgbClr val="01559B"/>
              </a:solidFill>
              <a:latin typeface="Times"/>
              <a:ea typeface="Times"/>
              <a:cs typeface="Times"/>
            </a:endParaRPr>
          </a:p>
        </p:txBody>
      </p:sp>
      <p:sp>
        <p:nvSpPr>
          <p:cNvPr id="5" name="矩形 14">
            <a:extLst xmlns:a="http://schemas.openxmlformats.org/drawingml/2006/main">
              <a:ext uri="{FF2B5EF4-FFF2-40B4-BE49-F238E27FC236}">
                <a16:creationId xmlns:a16="http://schemas.microsoft.com/office/drawing/2014/main" id="{A9EB89FE-2071-49A2-AF39-0A28094AE229}"/>
              </a:ext>
            </a:extLst>
          </p:cNvPr>
          <p:cNvSpPr>
            <a:spLocks xmlns:a="http://schemas.openxmlformats.org/drawingml/2006/main" noGrp="1"/>
          </p:cNvSpPr>
          <p:nvPr/>
        </p:nvSpPr>
        <p:spPr>
          <a:xfrm xmlns:a="http://schemas.openxmlformats.org/drawingml/2006/main">
            <a:off x="473580" y="1499379"/>
            <a:ext cx="9038719" cy="882426"/>
          </a:xfrm>
          <a:prstGeom xmlns:a="http://schemas.openxmlformats.org/drawingml/2006/main" prst="roundRect">
            <a:avLst>
              <a:gd name="adj" fmla="val 10181"/>
            </a:avLst>
          </a:prstGeom>
          <a:solidFill xmlns:a="http://schemas.openxmlformats.org/drawingml/2006/main">
            <a:schemeClr val="bg1">
              <a:lumMod val="95000"/>
            </a:schemeClr>
          </a:solidFill>
          <a:ln xmlns:a="http://schemas.openxmlformats.org/drawingml/2006/main" w="12700">
            <a:solidFill>
              <a:srgbClr val="01559B"/>
            </a:solidFill>
            <a:prstDash val="dash"/>
          </a:ln>
          <a:effectLst xmlns:a="http://schemas.openxmlformats.org/drawingml/2006/main">
            <a:outerShdw blurRad="50800" dist="38100" dir="2700000" algn="tl" rotWithShape="0">
              <a:prstClr val="black">
                <a:alpha val="40000"/>
              </a:prstClr>
            </a:outerShdw>
          </a:effectLst>
        </p:spPr>
        <p:txBody>
          <a:bodyPr xmlns:a="http://schemas.openxmlformats.org/drawingml/2006/main" wrap="square" tIns="72000" rIns="72000" bIns="72000" anchor="ctr">
            <a:noAutofit/>
          </a:bodyPr>
          <a:lstStyle xmlns:a="http://schemas.openxmlformats.org/drawingml/2006/main">
            <a:defPPr>
              <a:defRPr sz="1800" b="0">
                <a:solidFill>
                  <a:srgbClr val="111111"/>
                </a:solidFill>
                <a:latin typeface="Times New Roman"/>
                <a:ea typeface="Times New Roman"/>
                <a:cs typeface="Times New Roman"/>
              </a:defRPr>
            </a:defPPr>
            <a:lvl1pPr marL="457200" indent="-457200">
              <a:buNone/>
              <a:defRPr sz="1800" b="0">
                <a:solidFill>
                  <a:schemeClr val="tx1"/>
                </a:solidFill>
                <a:latin typeface="Arial"/>
                <a:ea typeface="Arial"/>
                <a:cs typeface="Arial"/>
              </a:defRPr>
            </a:lvl1pPr>
            <a:lvl2pPr marL="742950" indent="-285750">
              <a:buNone/>
              <a:defRPr sz="1800" b="0">
                <a:solidFill>
                  <a:schemeClr val="tx1"/>
                </a:solidFill>
                <a:latin typeface="Arial"/>
                <a:ea typeface="Arial"/>
                <a:cs typeface="Arial"/>
              </a:defRPr>
            </a:lvl2pPr>
            <a:lvl3pPr marL="1143000" indent="-228600">
              <a:buNone/>
              <a:defRPr sz="1800" b="0">
                <a:solidFill>
                  <a:schemeClr val="tx1"/>
                </a:solidFill>
                <a:latin typeface="Arial"/>
                <a:ea typeface="Arial"/>
                <a:cs typeface="Arial"/>
              </a:defRPr>
            </a:lvl3pPr>
            <a:lvl4pPr marL="1600200" indent="-228600">
              <a:buNone/>
              <a:defRPr sz="1800" b="0">
                <a:solidFill>
                  <a:schemeClr val="tx1"/>
                </a:solidFill>
                <a:latin typeface="Arial"/>
                <a:ea typeface="Arial"/>
                <a:cs typeface="Arial"/>
              </a:defRPr>
            </a:lvl4pPr>
            <a:lvl5pPr marL="2057400" indent="-228600">
              <a:buNone/>
              <a:defRPr sz="1800" b="0">
                <a:solidFill>
                  <a:schemeClr val="tx1"/>
                </a:solidFill>
                <a:latin typeface="Arial"/>
                <a:ea typeface="Arial"/>
                <a:cs typeface="Arial"/>
              </a:defRPr>
            </a:lvl5pPr>
            <a:lvl6pPr marL="2514600" indent="-228600">
              <a:spcBef>
                <a:spcPct val="0"/>
              </a:spcBef>
              <a:spcAft>
                <a:spcPct val="0"/>
              </a:spcAft>
              <a:buNone/>
              <a:defRPr sz="1800" b="0">
                <a:solidFill>
                  <a:schemeClr val="tx1"/>
                </a:solidFill>
                <a:latin typeface="Arial"/>
                <a:ea typeface="Arial"/>
                <a:cs typeface="Arial"/>
              </a:defRPr>
            </a:lvl6pPr>
            <a:lvl7pPr marL="2971800" indent="-228600">
              <a:spcBef>
                <a:spcPct val="0"/>
              </a:spcBef>
              <a:spcAft>
                <a:spcPct val="0"/>
              </a:spcAft>
              <a:buNone/>
              <a:defRPr sz="1800" b="0">
                <a:solidFill>
                  <a:schemeClr val="tx1"/>
                </a:solidFill>
                <a:latin typeface="Arial"/>
                <a:ea typeface="Arial"/>
                <a:cs typeface="Arial"/>
              </a:defRPr>
            </a:lvl7pPr>
            <a:lvl8pPr marL="3429000" indent="-228600">
              <a:spcBef>
                <a:spcPct val="0"/>
              </a:spcBef>
              <a:spcAft>
                <a:spcPct val="0"/>
              </a:spcAft>
              <a:buNone/>
              <a:defRPr sz="1800" b="0">
                <a:solidFill>
                  <a:schemeClr val="tx1"/>
                </a:solidFill>
                <a:latin typeface="Arial"/>
                <a:ea typeface="Arial"/>
                <a:cs typeface="Arial"/>
              </a:defRPr>
            </a:lvl8pPr>
            <a:lvl9pPr marL="3886200" indent="-228600">
              <a:spcBef>
                <a:spcPct val="0"/>
              </a:spcBef>
              <a:spcAft>
                <a:spcPct val="0"/>
              </a:spcAft>
              <a:buNone/>
              <a:defRPr sz="1800" b="0">
                <a:solidFill>
                  <a:schemeClr val="tx1"/>
                </a:solidFill>
                <a:latin typeface="Arial"/>
                <a:ea typeface="Arial"/>
                <a:cs typeface="Arial"/>
              </a:defRPr>
            </a:lvl9pPr>
          </a:lstStyle>
          <a:p xmlns:a="http://schemas.openxmlformats.org/drawingml/2006/main">
            <a:pPr marL="360000" indent="-360000">
              <a:lnSpc>
                <a:spcPct val="125000"/>
              </a:lnSpc>
              <a:spcBef>
                <a:spcPts val="0"/>
              </a:spcBef>
              <a:spcAft>
                <a:spcPts val="0"/>
              </a:spcAft>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Tiled triangle meshes with local detail selection.</a:t>
            </a:r>
          </a:p>
          <a:p xmlns:a="http://schemas.openxmlformats.org/drawingml/2006/main">
            <a:pPr marL="360000" indent="-360000">
              <a:lnSpc>
                <a:spcPct val="125000"/>
              </a:lnSpc>
              <a:spcBef>
                <a:spcPts val="0"/>
              </a:spcBef>
              <a:spcAft>
                <a:spcPts val="0"/>
              </a:spcAft>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Compatible patch edges and a continuous display coastline.</a:t>
            </a:r>
            <a:endParaRPr>
              <a:solidFill>
                <a:schemeClr val="accent3"/>
              </a:solidFill>
              <a:latin typeface="Times New Roman"/>
              <a:ea typeface="Times New Roman"/>
              <a:cs typeface="Times New Roman"/>
            </a:endParaRPr>
          </a:p>
        </p:txBody>
      </p:sp>
      <p:sp>
        <p:nvSpPr>
          <p:cNvPr id="6" name="powerpoint template design by DAJU_PPT正版来源小红书大橘PPT微信DAJU_PPT请勿抄袭搬运！盗版必究！">
            <a:extLst xmlns:a="http://schemas.openxmlformats.org/drawingml/2006/main">
              <a:ext uri="{FF2B5EF4-FFF2-40B4-BE49-F238E27FC236}">
                <a16:creationId xmlns:a16="http://schemas.microsoft.com/office/drawing/2014/main" id="{03C2FFC3-4537-1BCA-CB14-7A77BB6A46DF}"/>
              </a:ext>
            </a:extLst>
          </p:cNvPr>
          <p:cNvSpPr>
            <a:spLocks xmlns:a="http://schemas.openxmlformats.org/drawingml/2006/main" noGrp="1"/>
          </p:cNvSpPr>
          <p:nvPr/>
        </p:nvSpPr>
        <p:spPr>
          <a:xfrm xmlns:a="http://schemas.openxmlformats.org/drawingml/2006/main">
            <a:off x="473578" y="2447524"/>
            <a:ext cx="7459807" cy="461760"/>
          </a:xfrm>
          <a:prstGeom xmlns:a="http://schemas.openxmlformats.org/drawingml/2006/main" prst="rect">
            <a:avLst/>
          </a:prstGeom>
          <a:noFill xmlns:a="http://schemas.openxmlformats.org/drawingml/2006/main"/>
        </p:spPr>
        <p:txBody>
          <a:bodyPr xmlns:a="http://schemas.openxmlformats.org/drawingml/2006/main" wrap="square" lIns="0" tIns="48000" rIns="0" bIns="48000" anchor="ctr">
            <a:noAutofit/>
          </a:bodyPr>
          <a:lstStyle xmlns:a="http://schemas.openxmlformats.org/drawingml/2006/main">
            <a:defPPr>
              <a:defRPr sz="2400" b="1">
                <a:solidFill>
                  <a:srgbClr val="01559B"/>
                </a:solidFill>
                <a:latin typeface="Times New Roman"/>
                <a:ea typeface="Times New Roman"/>
                <a:cs typeface="Times New Roman"/>
              </a:defRPr>
            </a:defPPr>
            <a:lvl1pPr>
              <a:buNone/>
              <a:defRPr sz="2000" b="1">
                <a:solidFill>
                  <a:schemeClr val="accent1"/>
                </a:solidFill>
                <a:latin typeface="+mj-ea"/>
                <a:ea typeface="+mj-ea"/>
                <a:cs typeface="+mj-ea"/>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marL="0" marR="0" lvl="0" indent="0" algn="l" defTabSz="914400">
              <a:lnSpc>
                <a:spcPct val="100000"/>
              </a:lnSpc>
              <a:spcBef>
                <a:spcPts val="0"/>
              </a:spcBef>
              <a:spcAft>
                <a:spcPts val="0"/>
              </a:spcAft>
              <a:buClrTx/>
              <a:buSzTx/>
              <a:buFontTx/>
              <a:buNone/>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Material rendering</a:t>
            </a:r>
            <a:endParaRPr sz="2400" i="0" u="none" strike="noStrike" kern="1200" cap="none" spc="0" baseline="0">
              <a:ln>
                <a:noFill/>
              </a:ln>
              <a:solidFill>
                <a:srgbClr val="01559B"/>
              </a:solidFill>
              <a:latin typeface="Times"/>
              <a:ea typeface="Times"/>
              <a:cs typeface="Times"/>
            </a:endParaRPr>
          </a:p>
        </p:txBody>
      </p:sp>
      <p:sp>
        <p:nvSpPr>
          <p:cNvPr id="7" name="矩形 14">
            <a:extLst xmlns:a="http://schemas.openxmlformats.org/drawingml/2006/main">
              <a:ext uri="{FF2B5EF4-FFF2-40B4-BE49-F238E27FC236}">
                <a16:creationId xmlns:a16="http://schemas.microsoft.com/office/drawing/2014/main" id="{6B09E2F8-9988-C78F-4FE0-79ECFD21A517}"/>
              </a:ext>
            </a:extLst>
          </p:cNvPr>
          <p:cNvSpPr>
            <a:spLocks xmlns:a="http://schemas.openxmlformats.org/drawingml/2006/main" noGrp="1"/>
          </p:cNvSpPr>
          <p:nvPr/>
        </p:nvSpPr>
        <p:spPr>
          <a:xfrm xmlns:a="http://schemas.openxmlformats.org/drawingml/2006/main">
            <a:off x="473580" y="2960501"/>
            <a:ext cx="9038719" cy="809497"/>
          </a:xfrm>
          <a:prstGeom xmlns:a="http://schemas.openxmlformats.org/drawingml/2006/main" prst="roundRect">
            <a:avLst>
              <a:gd name="adj" fmla="val 10181"/>
            </a:avLst>
          </a:prstGeom>
          <a:solidFill xmlns:a="http://schemas.openxmlformats.org/drawingml/2006/main">
            <a:schemeClr val="bg1">
              <a:lumMod val="95000"/>
            </a:schemeClr>
          </a:solidFill>
          <a:ln xmlns:a="http://schemas.openxmlformats.org/drawingml/2006/main" w="12700">
            <a:solidFill>
              <a:srgbClr val="01559B"/>
            </a:solidFill>
            <a:prstDash val="dash"/>
          </a:ln>
          <a:effectLst xmlns:a="http://schemas.openxmlformats.org/drawingml/2006/main">
            <a:outerShdw blurRad="50800" dist="38100" dir="2700000" algn="tl" rotWithShape="0">
              <a:prstClr val="black">
                <a:alpha val="40000"/>
              </a:prstClr>
            </a:outerShdw>
          </a:effectLst>
        </p:spPr>
        <p:txBody>
          <a:bodyPr xmlns:a="http://schemas.openxmlformats.org/drawingml/2006/main" wrap="square" tIns="72000" rIns="72000" bIns="72000" anchor="ctr">
            <a:noAutofit/>
          </a:bodyPr>
          <a:lstStyle xmlns:a="http://schemas.openxmlformats.org/drawingml/2006/main">
            <a:defPPr>
              <a:defRPr sz="1800" b="0">
                <a:solidFill>
                  <a:srgbClr val="111111"/>
                </a:solidFill>
                <a:latin typeface="Times New Roman"/>
                <a:ea typeface="Times New Roman"/>
                <a:cs typeface="Times New Roman"/>
              </a:defRPr>
            </a:defPPr>
            <a:lvl1pPr marL="457200" indent="-457200">
              <a:buNone/>
              <a:defRPr sz="1800" b="0">
                <a:solidFill>
                  <a:schemeClr val="tx1"/>
                </a:solidFill>
                <a:latin typeface="Arial"/>
                <a:ea typeface="Arial"/>
                <a:cs typeface="Arial"/>
              </a:defRPr>
            </a:lvl1pPr>
            <a:lvl2pPr marL="742950" indent="-285750">
              <a:buNone/>
              <a:defRPr sz="1800" b="0">
                <a:solidFill>
                  <a:schemeClr val="tx1"/>
                </a:solidFill>
                <a:latin typeface="Arial"/>
                <a:ea typeface="Arial"/>
                <a:cs typeface="Arial"/>
              </a:defRPr>
            </a:lvl2pPr>
            <a:lvl3pPr marL="1143000" indent="-228600">
              <a:buNone/>
              <a:defRPr sz="1800" b="0">
                <a:solidFill>
                  <a:schemeClr val="tx1"/>
                </a:solidFill>
                <a:latin typeface="Arial"/>
                <a:ea typeface="Arial"/>
                <a:cs typeface="Arial"/>
              </a:defRPr>
            </a:lvl3pPr>
            <a:lvl4pPr marL="1600200" indent="-228600">
              <a:buNone/>
              <a:defRPr sz="1800" b="0">
                <a:solidFill>
                  <a:schemeClr val="tx1"/>
                </a:solidFill>
                <a:latin typeface="Arial"/>
                <a:ea typeface="Arial"/>
                <a:cs typeface="Arial"/>
              </a:defRPr>
            </a:lvl4pPr>
            <a:lvl5pPr marL="2057400" indent="-228600">
              <a:buNone/>
              <a:defRPr sz="1800" b="0">
                <a:solidFill>
                  <a:schemeClr val="tx1"/>
                </a:solidFill>
                <a:latin typeface="Arial"/>
                <a:ea typeface="Arial"/>
                <a:cs typeface="Arial"/>
              </a:defRPr>
            </a:lvl5pPr>
            <a:lvl6pPr marL="2514600" indent="-228600">
              <a:spcBef>
                <a:spcPct val="0"/>
              </a:spcBef>
              <a:spcAft>
                <a:spcPct val="0"/>
              </a:spcAft>
              <a:buNone/>
              <a:defRPr sz="1800" b="0">
                <a:solidFill>
                  <a:schemeClr val="tx1"/>
                </a:solidFill>
                <a:latin typeface="Arial"/>
                <a:ea typeface="Arial"/>
                <a:cs typeface="Arial"/>
              </a:defRPr>
            </a:lvl6pPr>
            <a:lvl7pPr marL="2971800" indent="-228600">
              <a:spcBef>
                <a:spcPct val="0"/>
              </a:spcBef>
              <a:spcAft>
                <a:spcPct val="0"/>
              </a:spcAft>
              <a:buNone/>
              <a:defRPr sz="1800" b="0">
                <a:solidFill>
                  <a:schemeClr val="tx1"/>
                </a:solidFill>
                <a:latin typeface="Arial"/>
                <a:ea typeface="Arial"/>
                <a:cs typeface="Arial"/>
              </a:defRPr>
            </a:lvl7pPr>
            <a:lvl8pPr marL="3429000" indent="-228600">
              <a:spcBef>
                <a:spcPct val="0"/>
              </a:spcBef>
              <a:spcAft>
                <a:spcPct val="0"/>
              </a:spcAft>
              <a:buNone/>
              <a:defRPr sz="1800" b="0">
                <a:solidFill>
                  <a:schemeClr val="tx1"/>
                </a:solidFill>
                <a:latin typeface="Arial"/>
                <a:ea typeface="Arial"/>
                <a:cs typeface="Arial"/>
              </a:defRPr>
            </a:lvl8pPr>
            <a:lvl9pPr marL="3886200" indent="-228600">
              <a:spcBef>
                <a:spcPct val="0"/>
              </a:spcBef>
              <a:spcAft>
                <a:spcPct val="0"/>
              </a:spcAft>
              <a:buNone/>
              <a:defRPr sz="1800" b="0">
                <a:solidFill>
                  <a:schemeClr val="tx1"/>
                </a:solidFill>
                <a:latin typeface="Arial"/>
                <a:ea typeface="Arial"/>
                <a:cs typeface="Arial"/>
              </a:defRPr>
            </a:lvl9pPr>
          </a:lstStyle>
          <a:p xmlns:a="http://schemas.openxmlformats.org/drawingml/2006/main">
            <a:pPr marL="360000" indent="-360000">
              <a:lnSpc>
                <a:spcPct val="125000"/>
              </a:lnSpc>
              <a:spcBef>
                <a:spcPts val="0"/>
              </a:spcBef>
              <a:spcAft>
                <a:spcPts val="0"/>
              </a:spcAft>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Geological PBR categories with triplanar sampling.</a:t>
            </a:r>
          </a:p>
          <a:p xmlns:a="http://schemas.openxmlformats.org/drawingml/2006/main">
            <a:pPr marL="360000" indent="-360000">
              <a:lnSpc>
                <a:spcPct val="100000"/>
              </a:lnSpc>
              <a:spcBef>
                <a:spcPts val="0"/>
              </a:spcBef>
              <a:spcAft>
                <a:spcPts val="0"/>
              </a:spcAft>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Continuous appearance blending and texture filtering.</a:t>
            </a:r>
            <a:endParaRPr>
              <a:solidFill>
                <a:schemeClr val="accent3"/>
              </a:solidFill>
              <a:latin typeface="Times New Roman"/>
              <a:ea typeface="Times New Roman"/>
              <a:cs typeface="Times New Roman"/>
            </a:endParaRPr>
          </a:p>
        </p:txBody>
      </p:sp>
      <p:sp>
        <p:nvSpPr>
          <p:cNvPr id="14" name="powerpoint template design by DAJU_PPT正版来源小红书大橘PPT微信DAJU_PPT请勿抄袭搬运！盗版必究！">
            <a:extLst xmlns:a="http://schemas.openxmlformats.org/drawingml/2006/main">
              <a:ext uri="{FF2B5EF4-FFF2-40B4-BE49-F238E27FC236}">
                <a16:creationId xmlns:a16="http://schemas.microsoft.com/office/drawing/2014/main" id="{81661151-7689-98D1-BAFA-586449D0378E}"/>
              </a:ext>
            </a:extLst>
          </p:cNvPr>
          <p:cNvSpPr>
            <a:spLocks xmlns:a="http://schemas.openxmlformats.org/drawingml/2006/main" noGrp="1"/>
          </p:cNvSpPr>
          <p:nvPr/>
        </p:nvSpPr>
        <p:spPr>
          <a:xfrm xmlns:a="http://schemas.openxmlformats.org/drawingml/2006/main">
            <a:off x="473578" y="3908646"/>
            <a:ext cx="7459807" cy="461760"/>
          </a:xfrm>
          <a:prstGeom xmlns:a="http://schemas.openxmlformats.org/drawingml/2006/main" prst="rect">
            <a:avLst/>
          </a:prstGeom>
          <a:noFill xmlns:a="http://schemas.openxmlformats.org/drawingml/2006/main"/>
        </p:spPr>
        <p:txBody>
          <a:bodyPr xmlns:a="http://schemas.openxmlformats.org/drawingml/2006/main" wrap="square" lIns="0" tIns="48000" rIns="0" bIns="48000" anchor="ctr">
            <a:noAutofit/>
          </a:bodyPr>
          <a:lstStyle xmlns:a="http://schemas.openxmlformats.org/drawingml/2006/main">
            <a:defPPr>
              <a:defRPr sz="2400" b="1">
                <a:solidFill>
                  <a:srgbClr val="01559B"/>
                </a:solidFill>
                <a:latin typeface="Times New Roman"/>
                <a:ea typeface="Times New Roman"/>
                <a:cs typeface="Times New Roman"/>
              </a:defRPr>
            </a:defPPr>
            <a:lvl1pPr>
              <a:buNone/>
              <a:defRPr sz="2000" b="1">
                <a:solidFill>
                  <a:schemeClr val="accent1"/>
                </a:solidFill>
                <a:latin typeface="+mj-ea"/>
                <a:ea typeface="+mj-ea"/>
                <a:cs typeface="+mj-ea"/>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marL="0" marR="0" lvl="0" indent="0" algn="l" defTabSz="914400">
              <a:lnSpc>
                <a:spcPct val="100000"/>
              </a:lnSpc>
              <a:spcBef>
                <a:spcPts val="0"/>
              </a:spcBef>
              <a:spcAft>
                <a:spcPts val="0"/>
              </a:spcAft>
              <a:buClrTx/>
              <a:buSzTx/>
              <a:buFontTx/>
              <a:buNone/>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Animation and illumination</a:t>
            </a:r>
            <a:endParaRPr sz="2400" i="0" u="none" strike="noStrike" kern="1200" cap="none" spc="0" baseline="0">
              <a:ln>
                <a:noFill/>
              </a:ln>
              <a:solidFill>
                <a:srgbClr val="01559B"/>
              </a:solidFill>
              <a:latin typeface="Times"/>
              <a:ea typeface="Times"/>
              <a:cs typeface="Times"/>
            </a:endParaRPr>
          </a:p>
        </p:txBody>
      </p:sp>
      <p:sp>
        <p:nvSpPr>
          <p:cNvPr id="15" name="矩形 14">
            <a:extLst xmlns:a="http://schemas.openxmlformats.org/drawingml/2006/main">
              <a:ext uri="{FF2B5EF4-FFF2-40B4-BE49-F238E27FC236}">
                <a16:creationId xmlns:a16="http://schemas.microsoft.com/office/drawing/2014/main" id="{2022F38B-7478-E379-F288-BA4EA40972F5}"/>
              </a:ext>
            </a:extLst>
          </p:cNvPr>
          <p:cNvSpPr>
            <a:spLocks xmlns:a="http://schemas.openxmlformats.org/drawingml/2006/main" noGrp="1"/>
          </p:cNvSpPr>
          <p:nvPr/>
        </p:nvSpPr>
        <p:spPr>
          <a:xfrm xmlns:a="http://schemas.openxmlformats.org/drawingml/2006/main">
            <a:off x="473580" y="4421623"/>
            <a:ext cx="9038719" cy="882426"/>
          </a:xfrm>
          <a:prstGeom xmlns:a="http://schemas.openxmlformats.org/drawingml/2006/main" prst="roundRect">
            <a:avLst>
              <a:gd name="adj" fmla="val 10181"/>
            </a:avLst>
          </a:prstGeom>
          <a:solidFill xmlns:a="http://schemas.openxmlformats.org/drawingml/2006/main">
            <a:schemeClr val="bg1">
              <a:lumMod val="95000"/>
            </a:schemeClr>
          </a:solidFill>
          <a:ln xmlns:a="http://schemas.openxmlformats.org/drawingml/2006/main" w="12700">
            <a:solidFill>
              <a:srgbClr val="01559B"/>
            </a:solidFill>
            <a:prstDash val="dash"/>
          </a:ln>
          <a:effectLst xmlns:a="http://schemas.openxmlformats.org/drawingml/2006/main">
            <a:outerShdw blurRad="50800" dist="38100" dir="2700000" algn="tl" rotWithShape="0">
              <a:prstClr val="black">
                <a:alpha val="40000"/>
              </a:prstClr>
            </a:outerShdw>
          </a:effectLst>
        </p:spPr>
        <p:txBody>
          <a:bodyPr xmlns:a="http://schemas.openxmlformats.org/drawingml/2006/main" wrap="square" tIns="72000" rIns="72000" bIns="72000" anchor="ctr">
            <a:noAutofit/>
          </a:bodyPr>
          <a:lstStyle xmlns:a="http://schemas.openxmlformats.org/drawingml/2006/main">
            <a:defPPr>
              <a:defRPr sz="1800" b="0">
                <a:solidFill>
                  <a:srgbClr val="111111"/>
                </a:solidFill>
                <a:latin typeface="Times New Roman"/>
                <a:ea typeface="Times New Roman"/>
                <a:cs typeface="Times New Roman"/>
              </a:defRPr>
            </a:defPPr>
            <a:lvl1pPr marL="457200" indent="-457200">
              <a:buNone/>
              <a:defRPr sz="1800" b="0">
                <a:solidFill>
                  <a:schemeClr val="tx1"/>
                </a:solidFill>
                <a:latin typeface="Arial"/>
                <a:ea typeface="Arial"/>
                <a:cs typeface="Arial"/>
              </a:defRPr>
            </a:lvl1pPr>
            <a:lvl2pPr marL="742950" indent="-285750">
              <a:buNone/>
              <a:defRPr sz="1800" b="0">
                <a:solidFill>
                  <a:schemeClr val="tx1"/>
                </a:solidFill>
                <a:latin typeface="Arial"/>
                <a:ea typeface="Arial"/>
                <a:cs typeface="Arial"/>
              </a:defRPr>
            </a:lvl2pPr>
            <a:lvl3pPr marL="1143000" indent="-228600">
              <a:buNone/>
              <a:defRPr sz="1800" b="0">
                <a:solidFill>
                  <a:schemeClr val="tx1"/>
                </a:solidFill>
                <a:latin typeface="Arial"/>
                <a:ea typeface="Arial"/>
                <a:cs typeface="Arial"/>
              </a:defRPr>
            </a:lvl3pPr>
            <a:lvl4pPr marL="1600200" indent="-228600">
              <a:buNone/>
              <a:defRPr sz="1800" b="0">
                <a:solidFill>
                  <a:schemeClr val="tx1"/>
                </a:solidFill>
                <a:latin typeface="Arial"/>
                <a:ea typeface="Arial"/>
                <a:cs typeface="Arial"/>
              </a:defRPr>
            </a:lvl4pPr>
            <a:lvl5pPr marL="2057400" indent="-228600">
              <a:buNone/>
              <a:defRPr sz="1800" b="0">
                <a:solidFill>
                  <a:schemeClr val="tx1"/>
                </a:solidFill>
                <a:latin typeface="Arial"/>
                <a:ea typeface="Arial"/>
                <a:cs typeface="Arial"/>
              </a:defRPr>
            </a:lvl5pPr>
            <a:lvl6pPr marL="2514600" indent="-228600">
              <a:spcBef>
                <a:spcPct val="0"/>
              </a:spcBef>
              <a:spcAft>
                <a:spcPct val="0"/>
              </a:spcAft>
              <a:buNone/>
              <a:defRPr sz="1800" b="0">
                <a:solidFill>
                  <a:schemeClr val="tx1"/>
                </a:solidFill>
                <a:latin typeface="Arial"/>
                <a:ea typeface="Arial"/>
                <a:cs typeface="Arial"/>
              </a:defRPr>
            </a:lvl6pPr>
            <a:lvl7pPr marL="2971800" indent="-228600">
              <a:spcBef>
                <a:spcPct val="0"/>
              </a:spcBef>
              <a:spcAft>
                <a:spcPct val="0"/>
              </a:spcAft>
              <a:buNone/>
              <a:defRPr sz="1800" b="0">
                <a:solidFill>
                  <a:schemeClr val="tx1"/>
                </a:solidFill>
                <a:latin typeface="Arial"/>
                <a:ea typeface="Arial"/>
                <a:cs typeface="Arial"/>
              </a:defRPr>
            </a:lvl7pPr>
            <a:lvl8pPr marL="3429000" indent="-228600">
              <a:spcBef>
                <a:spcPct val="0"/>
              </a:spcBef>
              <a:spcAft>
                <a:spcPct val="0"/>
              </a:spcAft>
              <a:buNone/>
              <a:defRPr sz="1800" b="0">
                <a:solidFill>
                  <a:schemeClr val="tx1"/>
                </a:solidFill>
                <a:latin typeface="Arial"/>
                <a:ea typeface="Arial"/>
                <a:cs typeface="Arial"/>
              </a:defRPr>
            </a:lvl8pPr>
            <a:lvl9pPr marL="3886200" indent="-228600">
              <a:spcBef>
                <a:spcPct val="0"/>
              </a:spcBef>
              <a:spcAft>
                <a:spcPct val="0"/>
              </a:spcAft>
              <a:buNone/>
              <a:defRPr sz="1800" b="0">
                <a:solidFill>
                  <a:schemeClr val="tx1"/>
                </a:solidFill>
                <a:latin typeface="Arial"/>
                <a:ea typeface="Arial"/>
                <a:cs typeface="Arial"/>
              </a:defRPr>
            </a:lvl9pPr>
          </a:lstStyle>
          <a:p xmlns:a="http://schemas.openxmlformats.org/drawingml/2006/main">
            <a:pPr marL="360000" indent="-360000">
              <a:lnSpc>
                <a:spcPct val="125000"/>
              </a:lnSpc>
              <a:spcBef>
                <a:spcPts val="0"/>
              </a:spcBef>
              <a:spcAft>
                <a:spcPts val="0"/>
              </a:spcAft>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Gerstner water, foam, spray, rain and foliage wind.</a:t>
            </a:r>
          </a:p>
          <a:p xmlns:a="http://schemas.openxmlformats.org/drawingml/2006/main">
            <a:pPr marL="360000" indent="-360000">
              <a:lnSpc>
                <a:spcPct val="125000"/>
              </a:lnSpc>
              <a:spcBef>
                <a:spcPts val="0"/>
              </a:spcBef>
              <a:spcAft>
                <a:spcPts val="0"/>
              </a:spcAft>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Time-dependent sunlight, local shadows and a flashlight.</a:t>
            </a:r>
            <a:endParaRPr>
              <a:solidFill>
                <a:schemeClr val="accent3"/>
              </a:solidFill>
              <a:latin typeface="Times New Roman"/>
              <a:ea typeface="Times New Roman"/>
              <a:cs typeface="Times New Roman"/>
            </a:endParaRPr>
          </a:p>
        </p:txBody>
      </p:sp>
      <p:sp>
        <p:nvSpPr>
          <p:cNvPr id="16" name="powerpoint template design by DAJU_PPT正版来源小红书大橘PPT微信DAJU_PPT请勿抄袭搬运！盗版必究！">
            <a:extLst xmlns:a="http://schemas.openxmlformats.org/drawingml/2006/main">
              <a:ext uri="{FF2B5EF4-FFF2-40B4-BE49-F238E27FC236}">
                <a16:creationId xmlns:a16="http://schemas.microsoft.com/office/drawing/2014/main" id="{1A5C1A06-4864-7B75-41CE-630EA5AA85F5}"/>
              </a:ext>
            </a:extLst>
          </p:cNvPr>
          <p:cNvSpPr>
            <a:spLocks xmlns:a="http://schemas.openxmlformats.org/drawingml/2006/main" noGrp="1"/>
          </p:cNvSpPr>
          <p:nvPr/>
        </p:nvSpPr>
        <p:spPr>
          <a:xfrm xmlns:a="http://schemas.openxmlformats.org/drawingml/2006/main">
            <a:off x="473578" y="5369768"/>
            <a:ext cx="7459807" cy="461760"/>
          </a:xfrm>
          <a:prstGeom xmlns:a="http://schemas.openxmlformats.org/drawingml/2006/main" prst="rect">
            <a:avLst/>
          </a:prstGeom>
          <a:noFill xmlns:a="http://schemas.openxmlformats.org/drawingml/2006/main"/>
        </p:spPr>
        <p:txBody>
          <a:bodyPr xmlns:a="http://schemas.openxmlformats.org/drawingml/2006/main" wrap="square" lIns="0" tIns="48000" rIns="0" bIns="48000" anchor="ctr">
            <a:noAutofit/>
          </a:bodyPr>
          <a:lstStyle xmlns:a="http://schemas.openxmlformats.org/drawingml/2006/main">
            <a:defPPr>
              <a:defRPr sz="2400" b="1">
                <a:solidFill>
                  <a:srgbClr val="01559B"/>
                </a:solidFill>
                <a:latin typeface="Times New Roman"/>
                <a:ea typeface="Times New Roman"/>
                <a:cs typeface="Times New Roman"/>
              </a:defRPr>
            </a:defPPr>
            <a:lvl1pPr>
              <a:buNone/>
              <a:defRPr sz="2000" b="1">
                <a:solidFill>
                  <a:schemeClr val="accent1"/>
                </a:solidFill>
                <a:latin typeface="+mj-ea"/>
                <a:ea typeface="+mj-ea"/>
                <a:cs typeface="+mj-ea"/>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marL="0" marR="0" lvl="0" indent="0" algn="l" defTabSz="914400">
              <a:lnSpc>
                <a:spcPct val="100000"/>
              </a:lnSpc>
              <a:spcBef>
                <a:spcPts val="0"/>
              </a:spcBef>
              <a:spcAft>
                <a:spcPts val="0"/>
              </a:spcAft>
              <a:buClrTx/>
              <a:buSzTx/>
              <a:buFontTx/>
              <a:buNone/>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Instances and scheduling</a:t>
            </a:r>
            <a:endParaRPr sz="2400" i="0" u="none" strike="noStrike" kern="1200" cap="none" spc="0" baseline="0">
              <a:ln>
                <a:noFill/>
              </a:ln>
              <a:solidFill>
                <a:srgbClr val="01559B"/>
              </a:solidFill>
              <a:latin typeface="Times"/>
              <a:ea typeface="Times"/>
              <a:cs typeface="Times"/>
            </a:endParaRPr>
          </a:p>
        </p:txBody>
      </p:sp>
      <p:sp>
        <p:nvSpPr>
          <p:cNvPr id="17" name="矩形 14">
            <a:extLst xmlns:a="http://schemas.openxmlformats.org/drawingml/2006/main">
              <a:ext uri="{FF2B5EF4-FFF2-40B4-BE49-F238E27FC236}">
                <a16:creationId xmlns:a16="http://schemas.microsoft.com/office/drawing/2014/main" id="{8B3BD25F-E51A-A552-C108-42106E39B161}"/>
              </a:ext>
            </a:extLst>
          </p:cNvPr>
          <p:cNvSpPr>
            <a:spLocks xmlns:a="http://schemas.openxmlformats.org/drawingml/2006/main" noGrp="1"/>
          </p:cNvSpPr>
          <p:nvPr/>
        </p:nvSpPr>
        <p:spPr>
          <a:xfrm xmlns:a="http://schemas.openxmlformats.org/drawingml/2006/main">
            <a:off x="473580" y="5882745"/>
            <a:ext cx="9038719" cy="882426"/>
          </a:xfrm>
          <a:prstGeom xmlns:a="http://schemas.openxmlformats.org/drawingml/2006/main" prst="roundRect">
            <a:avLst>
              <a:gd name="adj" fmla="val 10181"/>
            </a:avLst>
          </a:prstGeom>
          <a:solidFill xmlns:a="http://schemas.openxmlformats.org/drawingml/2006/main">
            <a:schemeClr val="bg1">
              <a:lumMod val="95000"/>
            </a:schemeClr>
          </a:solidFill>
          <a:ln xmlns:a="http://schemas.openxmlformats.org/drawingml/2006/main" w="12700">
            <a:solidFill>
              <a:srgbClr val="01559B"/>
            </a:solidFill>
            <a:prstDash val="dash"/>
          </a:ln>
          <a:effectLst xmlns:a="http://schemas.openxmlformats.org/drawingml/2006/main">
            <a:outerShdw blurRad="50800" dist="38100" dir="2700000" algn="tl" rotWithShape="0">
              <a:prstClr val="black">
                <a:alpha val="40000"/>
              </a:prstClr>
            </a:outerShdw>
          </a:effectLst>
        </p:spPr>
        <p:txBody>
          <a:bodyPr xmlns:a="http://schemas.openxmlformats.org/drawingml/2006/main" wrap="square" tIns="72000" rIns="72000" bIns="72000" anchor="ctr">
            <a:noAutofit/>
          </a:bodyPr>
          <a:lstStyle xmlns:a="http://schemas.openxmlformats.org/drawingml/2006/main">
            <a:defPPr>
              <a:defRPr sz="1800" b="0">
                <a:solidFill>
                  <a:srgbClr val="111111"/>
                </a:solidFill>
                <a:latin typeface="Times New Roman"/>
                <a:ea typeface="Times New Roman"/>
                <a:cs typeface="Times New Roman"/>
              </a:defRPr>
            </a:defPPr>
            <a:lvl1pPr marL="457200" indent="-457200">
              <a:buNone/>
              <a:defRPr sz="1800" b="0">
                <a:solidFill>
                  <a:schemeClr val="tx1"/>
                </a:solidFill>
                <a:latin typeface="Arial"/>
                <a:ea typeface="Arial"/>
                <a:cs typeface="Arial"/>
              </a:defRPr>
            </a:lvl1pPr>
            <a:lvl2pPr marL="742950" indent="-285750">
              <a:buNone/>
              <a:defRPr sz="1800" b="0">
                <a:solidFill>
                  <a:schemeClr val="tx1"/>
                </a:solidFill>
                <a:latin typeface="Arial"/>
                <a:ea typeface="Arial"/>
                <a:cs typeface="Arial"/>
              </a:defRPr>
            </a:lvl2pPr>
            <a:lvl3pPr marL="1143000" indent="-228600">
              <a:buNone/>
              <a:defRPr sz="1800" b="0">
                <a:solidFill>
                  <a:schemeClr val="tx1"/>
                </a:solidFill>
                <a:latin typeface="Arial"/>
                <a:ea typeface="Arial"/>
                <a:cs typeface="Arial"/>
              </a:defRPr>
            </a:lvl3pPr>
            <a:lvl4pPr marL="1600200" indent="-228600">
              <a:buNone/>
              <a:defRPr sz="1800" b="0">
                <a:solidFill>
                  <a:schemeClr val="tx1"/>
                </a:solidFill>
                <a:latin typeface="Arial"/>
                <a:ea typeface="Arial"/>
                <a:cs typeface="Arial"/>
              </a:defRPr>
            </a:lvl4pPr>
            <a:lvl5pPr marL="2057400" indent="-228600">
              <a:buNone/>
              <a:defRPr sz="1800" b="0">
                <a:solidFill>
                  <a:schemeClr val="tx1"/>
                </a:solidFill>
                <a:latin typeface="Arial"/>
                <a:ea typeface="Arial"/>
                <a:cs typeface="Arial"/>
              </a:defRPr>
            </a:lvl5pPr>
            <a:lvl6pPr marL="2514600" indent="-228600">
              <a:spcBef>
                <a:spcPct val="0"/>
              </a:spcBef>
              <a:spcAft>
                <a:spcPct val="0"/>
              </a:spcAft>
              <a:buNone/>
              <a:defRPr sz="1800" b="0">
                <a:solidFill>
                  <a:schemeClr val="tx1"/>
                </a:solidFill>
                <a:latin typeface="Arial"/>
                <a:ea typeface="Arial"/>
                <a:cs typeface="Arial"/>
              </a:defRPr>
            </a:lvl6pPr>
            <a:lvl7pPr marL="2971800" indent="-228600">
              <a:spcBef>
                <a:spcPct val="0"/>
              </a:spcBef>
              <a:spcAft>
                <a:spcPct val="0"/>
              </a:spcAft>
              <a:buNone/>
              <a:defRPr sz="1800" b="0">
                <a:solidFill>
                  <a:schemeClr val="tx1"/>
                </a:solidFill>
                <a:latin typeface="Arial"/>
                <a:ea typeface="Arial"/>
                <a:cs typeface="Arial"/>
              </a:defRPr>
            </a:lvl7pPr>
            <a:lvl8pPr marL="3429000" indent="-228600">
              <a:spcBef>
                <a:spcPct val="0"/>
              </a:spcBef>
              <a:spcAft>
                <a:spcPct val="0"/>
              </a:spcAft>
              <a:buNone/>
              <a:defRPr sz="1800" b="0">
                <a:solidFill>
                  <a:schemeClr val="tx1"/>
                </a:solidFill>
                <a:latin typeface="Arial"/>
                <a:ea typeface="Arial"/>
                <a:cs typeface="Arial"/>
              </a:defRPr>
            </a:lvl8pPr>
            <a:lvl9pPr marL="3886200" indent="-228600">
              <a:spcBef>
                <a:spcPct val="0"/>
              </a:spcBef>
              <a:spcAft>
                <a:spcPct val="0"/>
              </a:spcAft>
              <a:buNone/>
              <a:defRPr sz="1800" b="0">
                <a:solidFill>
                  <a:schemeClr val="tx1"/>
                </a:solidFill>
                <a:latin typeface="Arial"/>
                <a:ea typeface="Arial"/>
                <a:cs typeface="Arial"/>
              </a:defRPr>
            </a:lvl9pPr>
          </a:lstStyle>
          <a:p xmlns:a="http://schemas.openxmlformats.org/drawingml/2006/main">
            <a:pPr marL="360000" indent="-360000">
              <a:lnSpc>
                <a:spcPct val="125000"/>
              </a:lnSpc>
              <a:spcBef>
                <a:spcPts val="0"/>
              </a:spcBef>
              <a:spcAft>
                <a:spcPts val="0"/>
              </a:spcAft>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Shared plant geometry with fixed seeded positions.</a:t>
            </a:r>
          </a:p>
          <a:p xmlns:a="http://schemas.openxmlformats.org/drawingml/2006/main">
            <a:pPr marL="360000" indent="-360000">
              <a:lnSpc>
                <a:spcPct val="125000"/>
              </a:lnSpc>
              <a:spcBef>
                <a:spcPts val="0"/>
              </a:spcBef>
              <a:spcAft>
                <a:spcPts val="0"/>
              </a:spcAft>
              <a:buFont typeface="Wingdings"/>
              <a:buChar char="p"/>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Adaptive budgets and one scheduler with idle sleep.</a:t>
            </a:r>
            <a:endParaRPr>
              <a:solidFill>
                <a:schemeClr val="accent3"/>
              </a:solidFill>
              <a:latin typeface="Times New Roman"/>
              <a:ea typeface="Times New Roman"/>
              <a:cs typeface="Times New Roman"/>
            </a:endParaRPr>
          </a:p>
        </p:txBody>
      </p:sp>
      <p:pic>
        <p:nvPicPr>
          <p:cNvPr id="57" name="">
            <a:extLst xmlns:a="http://schemas.openxmlformats.org/drawingml/2006/main">
              <a:ext uri="{FF2B5EF4-FFF2-40B4-BE49-F238E27FC236}">
                <a16:creationId xmlns:a16="http://schemas.microsoft.com/office/drawing/2014/main" id="{AD9CA26C-6403-44F0-92F0-70E2B3FF59CF}"/>
              </a:ext>
            </a:extLst>
          </p:cNvPr>
          <p:cNvPicPr>
            <a:picLocks xmlns:a="http://schemas.openxmlformats.org/drawingml/2006/main" noChangeAspect="1"/>
          </p:cNvPicPr>
          <p:nvPr/>
        </p:nvPicPr>
        <p:blipFill>
          <a:blip xmlns:r="http://schemas.openxmlformats.org/officeDocument/2006/relationships" xmlns:a="http://schemas.openxmlformats.org/drawingml/2006/main" r:embed="R90a424497cbf49c9"/>
          <a:srcRect xmlns:a="http://schemas.openxmlformats.org/drawingml/2006/main" l="0" t="206" r="0" b="206"/>
          <a:stretch xmlns:a="http://schemas.openxmlformats.org/drawingml/2006/main">
            <a:fillRect l="0" t="0" r="0" b="0"/>
          </a:stretch>
        </p:blipFill>
        <p:spPr>
          <a:xfrm xmlns:a="http://schemas.openxmlformats.org/drawingml/2006/main">
            <a:off x="9791700" y="4143375"/>
            <a:ext cx="2057400" cy="1152525"/>
          </a:xfrm>
          <a:prstGeom xmlns:a="http://schemas.openxmlformats.org/drawingml/2006/main" prst="rect">
            <a:avLst/>
          </a:prstGeom>
        </p:spPr>
      </p:pic>
      <p:pic>
        <p:nvPicPr>
          <p:cNvPr id="58" name="">
            <a:extLst xmlns:a="http://schemas.openxmlformats.org/drawingml/2006/main">
              <a:ext uri="{FF2B5EF4-FFF2-40B4-BE49-F238E27FC236}">
                <a16:creationId xmlns:a16="http://schemas.microsoft.com/office/drawing/2014/main" id="{BA76A7E5-5FB2-4BAD-AE42-74737F1948E8}"/>
              </a:ext>
            </a:extLst>
          </p:cNvPr>
          <p:cNvPicPr>
            <a:picLocks xmlns:a="http://schemas.openxmlformats.org/drawingml/2006/main" noChangeAspect="1"/>
          </p:cNvPicPr>
          <p:nvPr/>
        </p:nvPicPr>
        <p:blipFill>
          <a:blip xmlns:r="http://schemas.openxmlformats.org/officeDocument/2006/relationships" xmlns:a="http://schemas.openxmlformats.org/drawingml/2006/main" r:embed="R5ceb4543bc9e4686"/>
          <a:srcRect xmlns:a="http://schemas.openxmlformats.org/drawingml/2006/main" l="0" t="206" r="0" b="206"/>
          <a:stretch xmlns:a="http://schemas.openxmlformats.org/drawingml/2006/main">
            <a:fillRect l="0" t="0" r="0" b="0"/>
          </a:stretch>
        </p:blipFill>
        <p:spPr>
          <a:xfrm xmlns:a="http://schemas.openxmlformats.org/drawingml/2006/main">
            <a:off x="9791700" y="5572125"/>
            <a:ext cx="2057400" cy="1152525"/>
          </a:xfrm>
          <a:prstGeom xmlns:a="http://schemas.openxmlformats.org/drawingml/2006/main" prst="rect">
            <a:avLst/>
          </a:prstGeom>
        </p:spPr>
      </p:pic>
    </p:spTree>
    <p:extLst>
      <p:ext uri="{BB962C8B-B14F-4D97-AF65-F5344CB8AC3E}">
        <p14:creationId xmlns:p14="http://schemas.microsoft.com/office/powerpoint/2010/main" val="150444878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 name="矩形 15">
            <a:extLst xmlns:a="http://schemas.openxmlformats.org/drawingml/2006/main">
              <a:ext uri="{FF2B5EF4-FFF2-40B4-BE49-F238E27FC236}">
                <a16:creationId xmlns:a16="http://schemas.microsoft.com/office/drawing/2014/main" id="{97B82613-9C5F-B31C-0403-D2A04D488B52}"/>
              </a:ext>
            </a:extLst>
          </p:cNvPr>
          <p:cNvSpPr>
            <a:spLocks xmlns:a="http://schemas.openxmlformats.org/drawingml/2006/main" noGrp="1"/>
          </p:cNvSpPr>
          <p:nvPr/>
        </p:nvSpPr>
        <p:spPr>
          <a:xfrm xmlns:a="http://schemas.openxmlformats.org/drawingml/2006/main">
            <a:off x="209550" y="123058"/>
            <a:ext cx="8801117"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3600" b="1">
                <a:solidFill>
                  <a:srgbClr val="000000"/>
                </a:solidFill>
                <a:latin typeface="Times New Roman"/>
                <a:ea typeface="Times New Roman"/>
                <a:cs typeface="Times New Roman"/>
              </a:defRPr>
            </a:defPPr>
            <a:lvl1pPr defTabSz="481013">
              <a:lnSpc>
                <a:spcPct val="90000"/>
              </a:lnSpc>
              <a:spcBef>
                <a:spcPts val="1000"/>
              </a:spcBef>
              <a:buFont typeface="Arial"/>
              <a:buChar char="•"/>
              <a:defRPr sz="2800" b="1">
                <a:solidFill>
                  <a:schemeClr val="tx1"/>
                </a:solidFill>
                <a:latin typeface="Calibri"/>
                <a:ea typeface="Calibri"/>
                <a:cs typeface="Calibri"/>
              </a:defRPr>
            </a:lvl1pPr>
            <a:lvl2pPr marL="742950" indent="-285750" defTabSz="481013">
              <a:lnSpc>
                <a:spcPct val="90000"/>
              </a:lnSpc>
              <a:spcBef>
                <a:spcPts val="500"/>
              </a:spcBef>
              <a:buFont typeface="Arial"/>
              <a:buChar char="•"/>
              <a:defRPr sz="2400" b="1">
                <a:solidFill>
                  <a:schemeClr val="tx1"/>
                </a:solidFill>
                <a:latin typeface="Calibri"/>
                <a:ea typeface="Calibri"/>
                <a:cs typeface="Calibri"/>
              </a:defRPr>
            </a:lvl2pPr>
            <a:lvl3pPr marL="1143000" indent="-228600" defTabSz="481013">
              <a:lnSpc>
                <a:spcPct val="90000"/>
              </a:lnSpc>
              <a:spcBef>
                <a:spcPts val="500"/>
              </a:spcBef>
              <a:buFont typeface="Arial"/>
              <a:buChar char="•"/>
              <a:defRPr sz="2000" b="1">
                <a:solidFill>
                  <a:schemeClr val="tx1"/>
                </a:solidFill>
                <a:latin typeface="Calibri"/>
                <a:ea typeface="Calibri"/>
                <a:cs typeface="Calibri"/>
              </a:defRPr>
            </a:lvl3pPr>
            <a:lvl4pPr marL="1600200" indent="-228600" defTabSz="481013">
              <a:lnSpc>
                <a:spcPct val="90000"/>
              </a:lnSpc>
              <a:spcBef>
                <a:spcPts val="500"/>
              </a:spcBef>
              <a:buFont typeface="Arial"/>
              <a:buChar char="•"/>
              <a:defRPr sz="3600" b="1">
                <a:solidFill>
                  <a:schemeClr val="tx1"/>
                </a:solidFill>
                <a:latin typeface="Calibri"/>
                <a:ea typeface="Calibri"/>
                <a:cs typeface="Calibri"/>
              </a:defRPr>
            </a:lvl4pPr>
            <a:lvl5pPr marL="2057400" indent="-228600" defTabSz="481013">
              <a:lnSpc>
                <a:spcPct val="90000"/>
              </a:lnSpc>
              <a:spcBef>
                <a:spcPts val="500"/>
              </a:spcBef>
              <a:buFont typeface="Arial"/>
              <a:buChar char="•"/>
              <a:defRPr sz="3600" b="1">
                <a:solidFill>
                  <a:schemeClr val="tx1"/>
                </a:solidFill>
                <a:latin typeface="Calibri"/>
                <a:ea typeface="Calibri"/>
                <a:cs typeface="Calibri"/>
              </a:defRPr>
            </a:lvl5pPr>
            <a:lvl6pPr marL="25146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6pPr>
            <a:lvl7pPr marL="29718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7pPr>
            <a:lvl8pPr marL="34290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8pPr>
            <a:lvl9pPr marL="38862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9pPr>
          </a:lstStyle>
          <a:p xmlns:a="http://schemas.openxmlformats.org/drawingml/2006/main">
            <a:pPr>
              <a:lnSpc>
                <a:spcPct val="100000"/>
              </a:lnSpc>
              <a:spcBef>
                <a:spcPct val="0"/>
              </a:spcBef>
              <a:buFontTx/>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Terrain Geometry and Materials</a:t>
            </a:r>
          </a:p>
        </p:txBody>
      </p:sp>
      <p:sp>
        <p:nvSpPr>
          <p:cNvPr id="11" name="矩形 10">
            <a:extLst xmlns:a="http://schemas.openxmlformats.org/drawingml/2006/main">
              <a:ext uri="{FF2B5EF4-FFF2-40B4-BE49-F238E27FC236}">
                <a16:creationId xmlns:a16="http://schemas.microsoft.com/office/drawing/2014/main" id="{FCDC02DF-779F-5D8E-7755-EB32A6565A0D}"/>
              </a:ext>
            </a:extLst>
          </p:cNvPr>
          <p:cNvSpPr>
            <a:spLocks xmlns:a="http://schemas.openxmlformats.org/drawingml/2006/main" noGrp="1"/>
          </p:cNvSpPr>
          <p:nvPr/>
        </p:nvSpPr>
        <p:spPr>
          <a:xfrm xmlns:a="http://schemas.openxmlformats.org/drawingml/2006/main" rot="0" flipH="0" flipV="0">
            <a:off x="0" y="805831"/>
            <a:ext cx="3754086" cy="144129"/>
          </a:xfrm>
          <a:prstGeom xmlns:a="http://schemas.openxmlformats.org/drawingml/2006/main" prst="rect">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直接连接符 11">
            <a:extLst xmlns:a="http://schemas.openxmlformats.org/drawingml/2006/main">
              <a:ext uri="{FF2B5EF4-FFF2-40B4-BE49-F238E27FC236}">
                <a16:creationId xmlns:a16="http://schemas.microsoft.com/office/drawing/2014/main" id="{5ADB15DB-CD4C-4072-B249-9E3A994A6E54}"/>
              </a:ext>
            </a:extLst>
          </p:cNvPr>
          <p:cNvSpPr>
            <a:spLocks xmlns:a="http://schemas.openxmlformats.org/drawingml/2006/main" noGrp="1"/>
          </p:cNvSpPr>
          <p:nvPr/>
        </p:nvSpPr>
        <p:spPr>
          <a:xfrm xmlns:a="http://schemas.openxmlformats.org/drawingml/2006/main" rot="0" flipH="0" flipV="1">
            <a:off x="3745035" y="785813"/>
            <a:ext cx="4945482" cy="12010"/>
          </a:xfrm>
          <a:prstGeom xmlns:a="http://schemas.openxmlformats.org/drawingml/2006/main" prst="line">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56" name="图片 55">
            <a:extLst xmlns:a="http://schemas.openxmlformats.org/drawingml/2006/main">
              <a:ext uri="{FF2B5EF4-FFF2-40B4-BE49-F238E27FC236}">
                <a16:creationId xmlns:a16="http://schemas.microsoft.com/office/drawing/2014/main" id="{53CE45F5-A3D4-4100-A966-676B0BC71FFA}"/>
              </a:ext>
            </a:extLst>
          </p:cNvPr>
          <p:cNvPicPr>
            <a:picLocks xmlns:a="http://schemas.openxmlformats.org/drawingml/2006/main" noChangeAspect="1"/>
          </p:cNvPicPr>
          <p:nvPr/>
        </p:nvPicPr>
        <p:blipFill>
          <a:blip xmlns:r="http://schemas.openxmlformats.org/officeDocument/2006/relationships" xmlns:a="http://schemas.openxmlformats.org/drawingml/2006/main" r:embed="R40b22366f544432d">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9115620" y="53987"/>
            <a:ext cx="2945272" cy="1212758"/>
          </a:xfrm>
          <a:prstGeom xmlns:a="http://schemas.openxmlformats.org/drawingml/2006/main" prst="rect">
            <a:avLst/>
          </a:prstGeom>
        </p:spPr>
      </p:pic>
      <p:sp>
        <p:nvSpPr>
          <p:cNvPr id="57" name="terrain-geometry-heading">
            <a:extLst xmlns:a="http://schemas.openxmlformats.org/drawingml/2006/main">
              <a:ext uri="{FF2B5EF4-FFF2-40B4-BE49-F238E27FC236}">
                <a16:creationId xmlns:a16="http://schemas.microsoft.com/office/drawing/2014/main" id="{7FD58076-AF0C-47EA-8988-D15BEDF4EAB9}"/>
              </a:ext>
            </a:extLst>
          </p:cNvPr>
          <p:cNvSpPr>
            <a:spLocks xmlns:a="http://schemas.openxmlformats.org/drawingml/2006/main" noGrp="1"/>
          </p:cNvSpPr>
          <p:nvPr/>
        </p:nvSpPr>
        <p:spPr>
          <a:xfrm xmlns:a="http://schemas.openxmlformats.org/drawingml/2006/main">
            <a:off x="476250" y="147637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Geometry</a:t>
            </a:r>
          </a:p>
        </p:txBody>
      </p:sp>
      <p:sp>
        <p:nvSpPr>
          <p:cNvPr id="58" name="terrain-geometry-body">
            <a:extLst xmlns:a="http://schemas.openxmlformats.org/drawingml/2006/main">
              <a:ext uri="{FF2B5EF4-FFF2-40B4-BE49-F238E27FC236}">
                <a16:creationId xmlns:a16="http://schemas.microsoft.com/office/drawing/2014/main" id="{22181F9B-8297-4A47-A882-0AEF18727848}"/>
              </a:ext>
            </a:extLst>
          </p:cNvPr>
          <p:cNvSpPr>
            <a:spLocks xmlns:a="http://schemas.openxmlformats.org/drawingml/2006/main" noGrp="1"/>
          </p:cNvSpPr>
          <p:nvPr/>
        </p:nvSpPr>
        <p:spPr>
          <a:xfrm xmlns:a="http://schemas.openxmlformats.org/drawingml/2006/main">
            <a:off x="476250" y="1952625"/>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Near patches refine first.</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Shared edges keep coverage continuous.</a:t>
            </a:r>
          </a:p>
        </p:txBody>
      </p:sp>
      <p:sp>
        <p:nvSpPr>
          <p:cNvPr id="59" name="terrain-materials-heading">
            <a:extLst xmlns:a="http://schemas.openxmlformats.org/drawingml/2006/main">
              <a:ext uri="{FF2B5EF4-FFF2-40B4-BE49-F238E27FC236}">
                <a16:creationId xmlns:a16="http://schemas.microsoft.com/office/drawing/2014/main" id="{287B38F3-1E3C-4662-8B81-D487954F2ED1}"/>
              </a:ext>
            </a:extLst>
          </p:cNvPr>
          <p:cNvSpPr>
            <a:spLocks xmlns:a="http://schemas.openxmlformats.org/drawingml/2006/main" noGrp="1"/>
          </p:cNvSpPr>
          <p:nvPr/>
        </p:nvSpPr>
        <p:spPr>
          <a:xfrm xmlns:a="http://schemas.openxmlformats.org/drawingml/2006/main">
            <a:off x="476250" y="309562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Materials</a:t>
            </a:r>
          </a:p>
        </p:txBody>
      </p:sp>
      <p:sp>
        <p:nvSpPr>
          <p:cNvPr id="60" name="terrain-materials-body">
            <a:extLst xmlns:a="http://schemas.openxmlformats.org/drawingml/2006/main">
              <a:ext uri="{FF2B5EF4-FFF2-40B4-BE49-F238E27FC236}">
                <a16:creationId xmlns:a16="http://schemas.microsoft.com/office/drawing/2014/main" id="{EEC7A34E-F955-48ED-AB60-0C058CBF16CF}"/>
              </a:ext>
            </a:extLst>
          </p:cNvPr>
          <p:cNvSpPr>
            <a:spLocks xmlns:a="http://schemas.openxmlformats.org/drawingml/2006/main" noGrp="1"/>
          </p:cNvSpPr>
          <p:nvPr/>
        </p:nvSpPr>
        <p:spPr>
          <a:xfrm xmlns:a="http://schemas.openxmlformats.org/drawingml/2006/main">
            <a:off x="476250" y="3571875"/>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Triplanar PBR and</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blended categories.</a:t>
            </a:r>
          </a:p>
        </p:txBody>
      </p:sp>
      <p:sp>
        <p:nvSpPr>
          <p:cNvPr id="61" name="terrain-filtering-heading">
            <a:extLst xmlns:a="http://schemas.openxmlformats.org/drawingml/2006/main">
              <a:ext uri="{FF2B5EF4-FFF2-40B4-BE49-F238E27FC236}">
                <a16:creationId xmlns:a16="http://schemas.microsoft.com/office/drawing/2014/main" id="{E69D66E4-06AA-4030-B5FD-1E9D5778AB58}"/>
              </a:ext>
            </a:extLst>
          </p:cNvPr>
          <p:cNvSpPr>
            <a:spLocks xmlns:a="http://schemas.openxmlformats.org/drawingml/2006/main" noGrp="1"/>
          </p:cNvSpPr>
          <p:nvPr/>
        </p:nvSpPr>
        <p:spPr>
          <a:xfrm xmlns:a="http://schemas.openxmlformats.org/drawingml/2006/main">
            <a:off x="476250" y="471487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Sampling</a:t>
            </a:r>
          </a:p>
        </p:txBody>
      </p:sp>
      <p:sp>
        <p:nvSpPr>
          <p:cNvPr id="62" name="terrain-filtering-body">
            <a:extLst xmlns:a="http://schemas.openxmlformats.org/drawingml/2006/main">
              <a:ext uri="{FF2B5EF4-FFF2-40B4-BE49-F238E27FC236}">
                <a16:creationId xmlns:a16="http://schemas.microsoft.com/office/drawing/2014/main" id="{988F63A2-85DF-421E-8F5C-297BA73D9FE1}"/>
              </a:ext>
            </a:extLst>
          </p:cNvPr>
          <p:cNvSpPr>
            <a:spLocks xmlns:a="http://schemas.openxmlformats.org/drawingml/2006/main" noGrp="1"/>
          </p:cNvSpPr>
          <p:nvPr/>
        </p:nvSpPr>
        <p:spPr>
          <a:xfrm xmlns:a="http://schemas.openxmlformats.org/drawingml/2006/main">
            <a:off x="476250" y="5191125"/>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Randomized textures,</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mipmaps and filtering.</a:t>
            </a:r>
          </a:p>
        </p:txBody>
      </p:sp>
      <p:pic>
        <p:nvPicPr>
          <p:cNvPr id="63" name="">
            <a:extLst xmlns:a="http://schemas.openxmlformats.org/drawingml/2006/main">
              <a:ext uri="{FF2B5EF4-FFF2-40B4-BE49-F238E27FC236}">
                <a16:creationId xmlns:a16="http://schemas.microsoft.com/office/drawing/2014/main" id="{1A61E999-1B90-4B67-90A9-F8068513CD7E}"/>
              </a:ext>
            </a:extLst>
          </p:cNvPr>
          <p:cNvPicPr>
            <a:picLocks xmlns:a="http://schemas.openxmlformats.org/drawingml/2006/main" noChangeAspect="1"/>
          </p:cNvPicPr>
          <p:nvPr/>
        </p:nvPicPr>
        <p:blipFill>
          <a:blip xmlns:r="http://schemas.openxmlformats.org/officeDocument/2006/relationships" xmlns:a="http://schemas.openxmlformats.org/drawingml/2006/main" r:embed="R8de08de72ec14a7d"/>
          <a:stretch xmlns:a="http://schemas.openxmlformats.org/drawingml/2006/main"/>
        </p:blipFill>
        <p:spPr>
          <a:xfrm xmlns:a="http://schemas.openxmlformats.org/drawingml/2006/main">
            <a:off x="3524250" y="1477566"/>
            <a:ext cx="8191500" cy="4607719"/>
          </a:xfrm>
          <a:prstGeom xmlns:a="http://schemas.openxmlformats.org/drawingml/2006/main" prst="rect">
            <a:avLst/>
          </a:prstGeom>
        </p:spPr>
      </p:pic>
      <p:sp>
        <p:nvSpPr>
          <p:cNvPr id="64" name="cut-caption">
            <a:extLst xmlns:a="http://schemas.openxmlformats.org/drawingml/2006/main">
              <a:ext uri="{FF2B5EF4-FFF2-40B4-BE49-F238E27FC236}">
                <a16:creationId xmlns:a16="http://schemas.microsoft.com/office/drawing/2014/main" id="{60889A65-E702-482D-818A-0F718FB3F2F5}"/>
              </a:ext>
            </a:extLst>
          </p:cNvPr>
          <p:cNvSpPr>
            <a:spLocks xmlns:a="http://schemas.openxmlformats.org/drawingml/2006/main" noGrp="1"/>
          </p:cNvSpPr>
          <p:nvPr/>
        </p:nvSpPr>
        <p:spPr>
          <a:xfrm xmlns:a="http://schemas.openxmlformats.org/drawingml/2006/main">
            <a:off x="3524250" y="6219825"/>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00" b="0">
                <a:solidFill>
                  <a:srgbClr val="003366"/>
                </a:solidFill>
                <a:latin typeface="Times New Roman"/>
                <a:ea typeface="Times New Roman"/>
                <a:cs typeface="Times New Roman"/>
              </a:defRPr>
            </a:defPPr>
            <a:lvl1pPr>
              <a:defRPr sz="1600" b="0">
                <a:solidFill>
                  <a:srgbClr val="003366"/>
                </a:solidFill>
                <a:latin typeface="Times New Roman"/>
                <a:ea typeface="Times New Roman"/>
                <a:cs typeface="Times New Roman"/>
              </a:defRPr>
            </a:lvl1pPr>
            <a:lvl2pPr>
              <a:defRPr sz="1600" b="0">
                <a:solidFill>
                  <a:srgbClr val="003366"/>
                </a:solidFill>
                <a:latin typeface="Times New Roman"/>
                <a:ea typeface="Times New Roman"/>
                <a:cs typeface="Times New Roman"/>
              </a:defRPr>
            </a:lvl2pPr>
            <a:lvl3pPr>
              <a:defRPr sz="1600" b="0">
                <a:solidFill>
                  <a:srgbClr val="003366"/>
                </a:solidFill>
                <a:latin typeface="Times New Roman"/>
                <a:ea typeface="Times New Roman"/>
                <a:cs typeface="Times New Roman"/>
              </a:defRPr>
            </a:lvl3pPr>
            <a:lvl4pPr>
              <a:defRPr sz="1600" b="0">
                <a:solidFill>
                  <a:srgbClr val="003366"/>
                </a:solidFill>
                <a:latin typeface="Times New Roman"/>
                <a:ea typeface="Times New Roman"/>
                <a:cs typeface="Times New Roman"/>
              </a:defRPr>
            </a:lvl4pPr>
            <a:lvl5pPr>
              <a:defRPr sz="1600" b="0">
                <a:solidFill>
                  <a:srgbClr val="003366"/>
                </a:solidFill>
                <a:latin typeface="Times New Roman"/>
                <a:ea typeface="Times New Roman"/>
                <a:cs typeface="Times New Roman"/>
              </a:defRPr>
            </a:lvl5pPr>
            <a:lvl6pPr>
              <a:defRPr sz="1600" b="0">
                <a:solidFill>
                  <a:srgbClr val="003366"/>
                </a:solidFill>
                <a:latin typeface="Times New Roman"/>
                <a:ea typeface="Times New Roman"/>
                <a:cs typeface="Times New Roman"/>
              </a:defRPr>
            </a:lvl6pPr>
            <a:lvl7pPr>
              <a:defRPr sz="1600" b="0">
                <a:solidFill>
                  <a:srgbClr val="003366"/>
                </a:solidFill>
                <a:latin typeface="Times New Roman"/>
                <a:ea typeface="Times New Roman"/>
                <a:cs typeface="Times New Roman"/>
              </a:defRPr>
            </a:lvl7pPr>
            <a:lvl8pPr>
              <a:defRPr sz="1600" b="0">
                <a:solidFill>
                  <a:srgbClr val="003366"/>
                </a:solidFill>
                <a:latin typeface="Times New Roman"/>
                <a:ea typeface="Times New Roman"/>
                <a:cs typeface="Times New Roman"/>
              </a:defRPr>
            </a:lvl8pPr>
            <a:lvl9pPr>
              <a:defRPr sz="1600" b="0">
                <a:solidFill>
                  <a:srgbClr val="003366"/>
                </a:solidFill>
                <a:latin typeface="Times New Roman"/>
                <a:ea typeface="Times New Roman"/>
                <a:cs typeface="Times New Roman"/>
              </a:defRPr>
            </a:lvl9pPr>
          </a:lstStyle>
          <a:p xmlns:a="http://schemas.openxmlformats.org/drawingml/2006/main">
            <a:pPr>
              <a:defRPr sz="1600" b="0">
                <a:solidFill>
                  <a:srgbClr val="003366"/>
                </a:solidFill>
                <a:latin typeface="Times New Roman"/>
                <a:ea typeface="Times New Roman"/>
                <a:cs typeface="Times New Roman"/>
              </a:defRPr>
            </a:pPr>
            <a:r>
              <a:rPr sz="1600" b="0">
                <a:solidFill>
                  <a:srgbClr val="003366"/>
                </a:solidFill>
                <a:latin typeface="Times New Roman"/>
                <a:ea typeface="Times New Roman"/>
                <a:cs typeface="Times New Roman"/>
              </a:rPr>
              <a:t>Current model crop boundary, 2x display height</a:t>
            </a:r>
          </a:p>
        </p:txBody>
      </p:sp>
    </p:spTree>
    <p:extLst>
      <p:ext uri="{BB962C8B-B14F-4D97-AF65-F5344CB8AC3E}">
        <p14:creationId xmlns:p14="http://schemas.microsoft.com/office/powerpoint/2010/main" val="34392746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 name="矩形 15">
            <a:extLst xmlns:a="http://schemas.openxmlformats.org/drawingml/2006/main">
              <a:ext uri="{FF2B5EF4-FFF2-40B4-BE49-F238E27FC236}">
                <a16:creationId xmlns:a16="http://schemas.microsoft.com/office/drawing/2014/main" id="{97B82613-9C5F-B31C-0403-D2A04D488B52}"/>
              </a:ext>
            </a:extLst>
          </p:cNvPr>
          <p:cNvSpPr>
            <a:spLocks xmlns:a="http://schemas.openxmlformats.org/drawingml/2006/main" noGrp="1"/>
          </p:cNvSpPr>
          <p:nvPr/>
        </p:nvSpPr>
        <p:spPr>
          <a:xfrm xmlns:a="http://schemas.openxmlformats.org/drawingml/2006/main">
            <a:off x="209550" y="123058"/>
            <a:ext cx="8801117"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3600" b="1">
                <a:solidFill>
                  <a:srgbClr val="000000"/>
                </a:solidFill>
                <a:latin typeface="Times New Roman"/>
                <a:ea typeface="Times New Roman"/>
                <a:cs typeface="Times New Roman"/>
              </a:defRPr>
            </a:defPPr>
            <a:lvl1pPr defTabSz="481013">
              <a:lnSpc>
                <a:spcPct val="90000"/>
              </a:lnSpc>
              <a:spcBef>
                <a:spcPts val="1000"/>
              </a:spcBef>
              <a:buFont typeface="Arial"/>
              <a:buChar char="•"/>
              <a:defRPr sz="2800" b="1">
                <a:solidFill>
                  <a:schemeClr val="tx1"/>
                </a:solidFill>
                <a:latin typeface="Calibri"/>
                <a:ea typeface="Calibri"/>
                <a:cs typeface="Calibri"/>
              </a:defRPr>
            </a:lvl1pPr>
            <a:lvl2pPr marL="742950" indent="-285750" defTabSz="481013">
              <a:lnSpc>
                <a:spcPct val="90000"/>
              </a:lnSpc>
              <a:spcBef>
                <a:spcPts val="500"/>
              </a:spcBef>
              <a:buFont typeface="Arial"/>
              <a:buChar char="•"/>
              <a:defRPr sz="2400" b="1">
                <a:solidFill>
                  <a:schemeClr val="tx1"/>
                </a:solidFill>
                <a:latin typeface="Calibri"/>
                <a:ea typeface="Calibri"/>
                <a:cs typeface="Calibri"/>
              </a:defRPr>
            </a:lvl2pPr>
            <a:lvl3pPr marL="1143000" indent="-228600" defTabSz="481013">
              <a:lnSpc>
                <a:spcPct val="90000"/>
              </a:lnSpc>
              <a:spcBef>
                <a:spcPts val="500"/>
              </a:spcBef>
              <a:buFont typeface="Arial"/>
              <a:buChar char="•"/>
              <a:defRPr sz="2000" b="1">
                <a:solidFill>
                  <a:schemeClr val="tx1"/>
                </a:solidFill>
                <a:latin typeface="Calibri"/>
                <a:ea typeface="Calibri"/>
                <a:cs typeface="Calibri"/>
              </a:defRPr>
            </a:lvl3pPr>
            <a:lvl4pPr marL="1600200" indent="-228600" defTabSz="481013">
              <a:lnSpc>
                <a:spcPct val="90000"/>
              </a:lnSpc>
              <a:spcBef>
                <a:spcPts val="500"/>
              </a:spcBef>
              <a:buFont typeface="Arial"/>
              <a:buChar char="•"/>
              <a:defRPr sz="3600" b="1">
                <a:solidFill>
                  <a:schemeClr val="tx1"/>
                </a:solidFill>
                <a:latin typeface="Calibri"/>
                <a:ea typeface="Calibri"/>
                <a:cs typeface="Calibri"/>
              </a:defRPr>
            </a:lvl4pPr>
            <a:lvl5pPr marL="2057400" indent="-228600" defTabSz="481013">
              <a:lnSpc>
                <a:spcPct val="90000"/>
              </a:lnSpc>
              <a:spcBef>
                <a:spcPts val="500"/>
              </a:spcBef>
              <a:buFont typeface="Arial"/>
              <a:buChar char="•"/>
              <a:defRPr sz="3600" b="1">
                <a:solidFill>
                  <a:schemeClr val="tx1"/>
                </a:solidFill>
                <a:latin typeface="Calibri"/>
                <a:ea typeface="Calibri"/>
                <a:cs typeface="Calibri"/>
              </a:defRPr>
            </a:lvl5pPr>
            <a:lvl6pPr marL="25146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6pPr>
            <a:lvl7pPr marL="29718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7pPr>
            <a:lvl8pPr marL="34290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8pPr>
            <a:lvl9pPr marL="38862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9pPr>
          </a:lstStyle>
          <a:p xmlns:a="http://schemas.openxmlformats.org/drawingml/2006/main">
            <a:pPr>
              <a:lnSpc>
                <a:spcPct val="100000"/>
              </a:lnSpc>
              <a:spcBef>
                <a:spcPct val="0"/>
              </a:spcBef>
              <a:buFontTx/>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Vegetation and Ground Contact</a:t>
            </a:r>
          </a:p>
        </p:txBody>
      </p:sp>
      <p:sp>
        <p:nvSpPr>
          <p:cNvPr id="11" name="矩形 10">
            <a:extLst xmlns:a="http://schemas.openxmlformats.org/drawingml/2006/main">
              <a:ext uri="{FF2B5EF4-FFF2-40B4-BE49-F238E27FC236}">
                <a16:creationId xmlns:a16="http://schemas.microsoft.com/office/drawing/2014/main" id="{FCDC02DF-779F-5D8E-7755-EB32A6565A0D}"/>
              </a:ext>
            </a:extLst>
          </p:cNvPr>
          <p:cNvSpPr>
            <a:spLocks xmlns:a="http://schemas.openxmlformats.org/drawingml/2006/main" noGrp="1"/>
          </p:cNvSpPr>
          <p:nvPr/>
        </p:nvSpPr>
        <p:spPr>
          <a:xfrm xmlns:a="http://schemas.openxmlformats.org/drawingml/2006/main" rot="0" flipH="0" flipV="0">
            <a:off x="0" y="805831"/>
            <a:ext cx="3754086" cy="144129"/>
          </a:xfrm>
          <a:prstGeom xmlns:a="http://schemas.openxmlformats.org/drawingml/2006/main" prst="rect">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直接连接符 11">
            <a:extLst xmlns:a="http://schemas.openxmlformats.org/drawingml/2006/main">
              <a:ext uri="{FF2B5EF4-FFF2-40B4-BE49-F238E27FC236}">
                <a16:creationId xmlns:a16="http://schemas.microsoft.com/office/drawing/2014/main" id="{5ADB15DB-CD4C-4072-B249-9E3A994A6E54}"/>
              </a:ext>
            </a:extLst>
          </p:cNvPr>
          <p:cNvSpPr>
            <a:spLocks xmlns:a="http://schemas.openxmlformats.org/drawingml/2006/main" noGrp="1"/>
          </p:cNvSpPr>
          <p:nvPr/>
        </p:nvSpPr>
        <p:spPr>
          <a:xfrm xmlns:a="http://schemas.openxmlformats.org/drawingml/2006/main" rot="0" flipH="0" flipV="1">
            <a:off x="3745035" y="785813"/>
            <a:ext cx="4945482" cy="12010"/>
          </a:xfrm>
          <a:prstGeom xmlns:a="http://schemas.openxmlformats.org/drawingml/2006/main" prst="line">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56" name="图片 55">
            <a:extLst xmlns:a="http://schemas.openxmlformats.org/drawingml/2006/main">
              <a:ext uri="{FF2B5EF4-FFF2-40B4-BE49-F238E27FC236}">
                <a16:creationId xmlns:a16="http://schemas.microsoft.com/office/drawing/2014/main" id="{53CE45F5-A3D4-4100-A966-676B0BC71FFA}"/>
              </a:ext>
            </a:extLst>
          </p:cNvPr>
          <p:cNvPicPr>
            <a:picLocks xmlns:a="http://schemas.openxmlformats.org/drawingml/2006/main" noChangeAspect="1"/>
          </p:cNvPicPr>
          <p:nvPr/>
        </p:nvPicPr>
        <p:blipFill>
          <a:blip xmlns:r="http://schemas.openxmlformats.org/officeDocument/2006/relationships" xmlns:a="http://schemas.openxmlformats.org/drawingml/2006/main" r:embed="R47c8d45a1d104bcb">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9115620" y="53987"/>
            <a:ext cx="2945272" cy="1212758"/>
          </a:xfrm>
          <a:prstGeom xmlns:a="http://schemas.openxmlformats.org/drawingml/2006/main" prst="rect">
            <a:avLst/>
          </a:prstGeom>
        </p:spPr>
      </p:pic>
      <p:sp>
        <p:nvSpPr>
          <p:cNvPr id="57" name="plants-instances-heading">
            <a:extLst xmlns:a="http://schemas.openxmlformats.org/drawingml/2006/main">
              <a:ext uri="{FF2B5EF4-FFF2-40B4-BE49-F238E27FC236}">
                <a16:creationId xmlns:a16="http://schemas.microsoft.com/office/drawing/2014/main" id="{5E3284AC-C9CB-4943-9279-C92BD1915689}"/>
              </a:ext>
            </a:extLst>
          </p:cNvPr>
          <p:cNvSpPr>
            <a:spLocks xmlns:a="http://schemas.openxmlformats.org/drawingml/2006/main" noGrp="1"/>
          </p:cNvSpPr>
          <p:nvPr/>
        </p:nvSpPr>
        <p:spPr>
          <a:xfrm xmlns:a="http://schemas.openxmlformats.org/drawingml/2006/main">
            <a:off x="476250" y="147637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Instancing</a:t>
            </a:r>
          </a:p>
        </p:txBody>
      </p:sp>
      <p:sp>
        <p:nvSpPr>
          <p:cNvPr id="58" name="plants-instances-body">
            <a:extLst xmlns:a="http://schemas.openxmlformats.org/drawingml/2006/main">
              <a:ext uri="{FF2B5EF4-FFF2-40B4-BE49-F238E27FC236}">
                <a16:creationId xmlns:a16="http://schemas.microsoft.com/office/drawing/2014/main" id="{B3F1EF8D-3986-4D26-9748-E07FA01CE393}"/>
              </a:ext>
            </a:extLst>
          </p:cNvPr>
          <p:cNvSpPr>
            <a:spLocks xmlns:a="http://schemas.openxmlformats.org/drawingml/2006/main" noGrp="1"/>
          </p:cNvSpPr>
          <p:nvPr/>
        </p:nvSpPr>
        <p:spPr>
          <a:xfrm xmlns:a="http://schemas.openxmlformats.org/drawingml/2006/main">
            <a:off x="476250" y="1952625"/>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Shared geometry,</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fixed seeded locations.</a:t>
            </a:r>
          </a:p>
        </p:txBody>
      </p:sp>
      <p:sp>
        <p:nvSpPr>
          <p:cNvPr id="59" name="plants-contact-heading">
            <a:extLst xmlns:a="http://schemas.openxmlformats.org/drawingml/2006/main">
              <a:ext uri="{FF2B5EF4-FFF2-40B4-BE49-F238E27FC236}">
                <a16:creationId xmlns:a16="http://schemas.microsoft.com/office/drawing/2014/main" id="{89746ECD-B77A-4E06-BCA1-ECB605023FD7}"/>
              </a:ext>
            </a:extLst>
          </p:cNvPr>
          <p:cNvSpPr>
            <a:spLocks xmlns:a="http://schemas.openxmlformats.org/drawingml/2006/main" noGrp="1"/>
          </p:cNvSpPr>
          <p:nvPr/>
        </p:nvSpPr>
        <p:spPr>
          <a:xfrm xmlns:a="http://schemas.openxmlformats.org/drawingml/2006/main">
            <a:off x="476250" y="309562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Ground contact</a:t>
            </a:r>
          </a:p>
        </p:txBody>
      </p:sp>
      <p:sp>
        <p:nvSpPr>
          <p:cNvPr id="60" name="plants-contact-body">
            <a:extLst xmlns:a="http://schemas.openxmlformats.org/drawingml/2006/main">
              <a:ext uri="{FF2B5EF4-FFF2-40B4-BE49-F238E27FC236}">
                <a16:creationId xmlns:a16="http://schemas.microsoft.com/office/drawing/2014/main" id="{9B0FEF02-00C7-4BC0-8A77-B41CAC302D4A}"/>
              </a:ext>
            </a:extLst>
          </p:cNvPr>
          <p:cNvSpPr>
            <a:spLocks xmlns:a="http://schemas.openxmlformats.org/drawingml/2006/main" noGrp="1"/>
          </p:cNvSpPr>
          <p:nvPr/>
        </p:nvSpPr>
        <p:spPr>
          <a:xfrm xmlns:a="http://schemas.openxmlformats.org/drawingml/2006/main">
            <a:off x="476250" y="3571875"/>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Aligned trunk origins.</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Heights from visible triangles.</a:t>
            </a:r>
          </a:p>
        </p:txBody>
      </p:sp>
      <p:sp>
        <p:nvSpPr>
          <p:cNvPr id="61" name="plants-controls-heading">
            <a:extLst xmlns:a="http://schemas.openxmlformats.org/drawingml/2006/main">
              <a:ext uri="{FF2B5EF4-FFF2-40B4-BE49-F238E27FC236}">
                <a16:creationId xmlns:a16="http://schemas.microsoft.com/office/drawing/2014/main" id="{40A9136F-F4F6-41DB-9254-33438E6F0F44}"/>
              </a:ext>
            </a:extLst>
          </p:cNvPr>
          <p:cNvSpPr>
            <a:spLocks xmlns:a="http://schemas.openxmlformats.org/drawingml/2006/main" noGrp="1"/>
          </p:cNvSpPr>
          <p:nvPr/>
        </p:nvSpPr>
        <p:spPr>
          <a:xfrm xmlns:a="http://schemas.openxmlformats.org/drawingml/2006/main">
            <a:off x="476250" y="471487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Visibility</a:t>
            </a:r>
          </a:p>
        </p:txBody>
      </p:sp>
      <p:sp>
        <p:nvSpPr>
          <p:cNvPr id="62" name="plants-controls-body">
            <a:extLst xmlns:a="http://schemas.openxmlformats.org/drawingml/2006/main">
              <a:ext uri="{FF2B5EF4-FFF2-40B4-BE49-F238E27FC236}">
                <a16:creationId xmlns:a16="http://schemas.microsoft.com/office/drawing/2014/main" id="{9F2F1D4D-3BA8-48B8-A733-B902411854D5}"/>
              </a:ext>
            </a:extLst>
          </p:cNvPr>
          <p:cNvSpPr>
            <a:spLocks xmlns:a="http://schemas.openxmlformats.org/drawingml/2006/main" noGrp="1"/>
          </p:cNvSpPr>
          <p:nvPr/>
        </p:nvSpPr>
        <p:spPr>
          <a:xfrm xmlns:a="http://schemas.openxmlformats.org/drawingml/2006/main">
            <a:off x="476250" y="5191125"/>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Grass and trees can</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be shown independently.</a:t>
            </a:r>
          </a:p>
        </p:txBody>
      </p:sp>
      <p:pic>
        <p:nvPicPr>
          <p:cNvPr id="63" name="">
            <a:extLst xmlns:a="http://schemas.openxmlformats.org/drawingml/2006/main">
              <a:ext uri="{FF2B5EF4-FFF2-40B4-BE49-F238E27FC236}">
                <a16:creationId xmlns:a16="http://schemas.microsoft.com/office/drawing/2014/main" id="{D9C8F5AD-282B-4C5B-A84A-7BA310763970}"/>
              </a:ext>
            </a:extLst>
          </p:cNvPr>
          <p:cNvPicPr>
            <a:picLocks xmlns:a="http://schemas.openxmlformats.org/drawingml/2006/main" noChangeAspect="1"/>
          </p:cNvPicPr>
          <p:nvPr/>
        </p:nvPicPr>
        <p:blipFill>
          <a:blip xmlns:r="http://schemas.openxmlformats.org/officeDocument/2006/relationships" xmlns:a="http://schemas.openxmlformats.org/drawingml/2006/main" r:embed="R6f9b2b3ffcc04eb0"/>
          <a:stretch xmlns:a="http://schemas.openxmlformats.org/drawingml/2006/main"/>
        </p:blipFill>
        <p:spPr>
          <a:xfrm xmlns:a="http://schemas.openxmlformats.org/drawingml/2006/main">
            <a:off x="3524250" y="1477566"/>
            <a:ext cx="8191500" cy="4607719"/>
          </a:xfrm>
          <a:prstGeom xmlns:a="http://schemas.openxmlformats.org/drawingml/2006/main" prst="rect">
            <a:avLst/>
          </a:prstGeom>
        </p:spPr>
      </p:pic>
      <p:sp>
        <p:nvSpPr>
          <p:cNvPr id="64" name="plant-caption">
            <a:extLst xmlns:a="http://schemas.openxmlformats.org/drawingml/2006/main">
              <a:ext uri="{FF2B5EF4-FFF2-40B4-BE49-F238E27FC236}">
                <a16:creationId xmlns:a16="http://schemas.microsoft.com/office/drawing/2014/main" id="{56128243-5D81-44CB-8E2C-A2F082789BC2}"/>
              </a:ext>
            </a:extLst>
          </p:cNvPr>
          <p:cNvSpPr>
            <a:spLocks xmlns:a="http://schemas.openxmlformats.org/drawingml/2006/main" noGrp="1"/>
          </p:cNvSpPr>
          <p:nvPr/>
        </p:nvSpPr>
        <p:spPr>
          <a:xfrm xmlns:a="http://schemas.openxmlformats.org/drawingml/2006/main">
            <a:off x="3524250" y="6219825"/>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00" b="0">
                <a:solidFill>
                  <a:srgbClr val="003366"/>
                </a:solidFill>
                <a:latin typeface="Times New Roman"/>
                <a:ea typeface="Times New Roman"/>
                <a:cs typeface="Times New Roman"/>
              </a:defRPr>
            </a:defPPr>
            <a:lvl1pPr>
              <a:defRPr sz="1600" b="0">
                <a:solidFill>
                  <a:srgbClr val="003366"/>
                </a:solidFill>
                <a:latin typeface="Times New Roman"/>
                <a:ea typeface="Times New Roman"/>
                <a:cs typeface="Times New Roman"/>
              </a:defRPr>
            </a:lvl1pPr>
            <a:lvl2pPr>
              <a:defRPr sz="1600" b="0">
                <a:solidFill>
                  <a:srgbClr val="003366"/>
                </a:solidFill>
                <a:latin typeface="Times New Roman"/>
                <a:ea typeface="Times New Roman"/>
                <a:cs typeface="Times New Roman"/>
              </a:defRPr>
            </a:lvl2pPr>
            <a:lvl3pPr>
              <a:defRPr sz="1600" b="0">
                <a:solidFill>
                  <a:srgbClr val="003366"/>
                </a:solidFill>
                <a:latin typeface="Times New Roman"/>
                <a:ea typeface="Times New Roman"/>
                <a:cs typeface="Times New Roman"/>
              </a:defRPr>
            </a:lvl3pPr>
            <a:lvl4pPr>
              <a:defRPr sz="1600" b="0">
                <a:solidFill>
                  <a:srgbClr val="003366"/>
                </a:solidFill>
                <a:latin typeface="Times New Roman"/>
                <a:ea typeface="Times New Roman"/>
                <a:cs typeface="Times New Roman"/>
              </a:defRPr>
            </a:lvl4pPr>
            <a:lvl5pPr>
              <a:defRPr sz="1600" b="0">
                <a:solidFill>
                  <a:srgbClr val="003366"/>
                </a:solidFill>
                <a:latin typeface="Times New Roman"/>
                <a:ea typeface="Times New Roman"/>
                <a:cs typeface="Times New Roman"/>
              </a:defRPr>
            </a:lvl5pPr>
            <a:lvl6pPr>
              <a:defRPr sz="1600" b="0">
                <a:solidFill>
                  <a:srgbClr val="003366"/>
                </a:solidFill>
                <a:latin typeface="Times New Roman"/>
                <a:ea typeface="Times New Roman"/>
                <a:cs typeface="Times New Roman"/>
              </a:defRPr>
            </a:lvl6pPr>
            <a:lvl7pPr>
              <a:defRPr sz="1600" b="0">
                <a:solidFill>
                  <a:srgbClr val="003366"/>
                </a:solidFill>
                <a:latin typeface="Times New Roman"/>
                <a:ea typeface="Times New Roman"/>
                <a:cs typeface="Times New Roman"/>
              </a:defRPr>
            </a:lvl7pPr>
            <a:lvl8pPr>
              <a:defRPr sz="1600" b="0">
                <a:solidFill>
                  <a:srgbClr val="003366"/>
                </a:solidFill>
                <a:latin typeface="Times New Roman"/>
                <a:ea typeface="Times New Roman"/>
                <a:cs typeface="Times New Roman"/>
              </a:defRPr>
            </a:lvl8pPr>
            <a:lvl9pPr>
              <a:defRPr sz="1600" b="0">
                <a:solidFill>
                  <a:srgbClr val="003366"/>
                </a:solidFill>
                <a:latin typeface="Times New Roman"/>
                <a:ea typeface="Times New Roman"/>
                <a:cs typeface="Times New Roman"/>
              </a:defRPr>
            </a:lvl9pPr>
          </a:lstStyle>
          <a:p xmlns:a="http://schemas.openxmlformats.org/drawingml/2006/main">
            <a:pPr>
              <a:defRPr sz="1600" b="0">
                <a:solidFill>
                  <a:srgbClr val="003366"/>
                </a:solidFill>
                <a:latin typeface="Times New Roman"/>
                <a:ea typeface="Times New Roman"/>
                <a:cs typeface="Times New Roman"/>
              </a:defRPr>
            </a:pPr>
            <a:r>
              <a:rPr sz="1600" b="0">
                <a:solidFill>
                  <a:srgbClr val="003366"/>
                </a:solidFill>
                <a:latin typeface="Times New Roman"/>
                <a:ea typeface="Times New Roman"/>
                <a:cs typeface="Times New Roman"/>
              </a:rPr>
              <a:t>Current forest view, 1x display height</a:t>
            </a:r>
          </a:p>
        </p:txBody>
      </p:sp>
    </p:spTree>
    <p:extLst>
      <p:ext uri="{BB962C8B-B14F-4D97-AF65-F5344CB8AC3E}">
        <p14:creationId xmlns:p14="http://schemas.microsoft.com/office/powerpoint/2010/main" val="34392746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矩形 15">
            <a:extLst xmlns:a="http://schemas.openxmlformats.org/drawingml/2006/main">
              <a:ext uri="{FF2B5EF4-FFF2-40B4-BE49-F238E27FC236}">
                <a16:creationId xmlns:a16="http://schemas.microsoft.com/office/drawing/2014/main" id="{AE957EB7-F655-45C3-A4B7-1E7A39478132}"/>
              </a:ext>
            </a:extLst>
          </p:cNvPr>
          <p:cNvSpPr>
            <a:spLocks xmlns:a="http://schemas.openxmlformats.org/drawingml/2006/main" noGrp="1"/>
          </p:cNvSpPr>
          <p:nvPr/>
        </p:nvSpPr>
        <p:spPr>
          <a:xfrm xmlns:a="http://schemas.openxmlformats.org/drawingml/2006/main">
            <a:off x="209550" y="123058"/>
            <a:ext cx="8801117"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3600" b="1">
                <a:solidFill>
                  <a:srgbClr val="000000"/>
                </a:solidFill>
                <a:latin typeface="Times New Roman"/>
                <a:ea typeface="Times New Roman"/>
                <a:cs typeface="Times New Roman"/>
              </a:defRPr>
            </a:defPPr>
            <a:lvl1pPr defTabSz="481013">
              <a:lnSpc>
                <a:spcPct val="90000"/>
              </a:lnSpc>
              <a:spcBef>
                <a:spcPts val="1000"/>
              </a:spcBef>
              <a:buFont typeface="Arial"/>
              <a:buChar char="•"/>
              <a:defRPr sz="2800" b="1">
                <a:solidFill>
                  <a:schemeClr val="tx1"/>
                </a:solidFill>
                <a:latin typeface="Calibri"/>
                <a:ea typeface="Calibri"/>
                <a:cs typeface="Calibri"/>
              </a:defRPr>
            </a:lvl1pPr>
            <a:lvl2pPr marL="742950" indent="-285750" defTabSz="481013">
              <a:lnSpc>
                <a:spcPct val="90000"/>
              </a:lnSpc>
              <a:spcBef>
                <a:spcPts val="500"/>
              </a:spcBef>
              <a:buFont typeface="Arial"/>
              <a:buChar char="•"/>
              <a:defRPr sz="2400" b="1">
                <a:solidFill>
                  <a:schemeClr val="tx1"/>
                </a:solidFill>
                <a:latin typeface="Calibri"/>
                <a:ea typeface="Calibri"/>
                <a:cs typeface="Calibri"/>
              </a:defRPr>
            </a:lvl2pPr>
            <a:lvl3pPr marL="1143000" indent="-228600" defTabSz="481013">
              <a:lnSpc>
                <a:spcPct val="90000"/>
              </a:lnSpc>
              <a:spcBef>
                <a:spcPts val="500"/>
              </a:spcBef>
              <a:buFont typeface="Arial"/>
              <a:buChar char="•"/>
              <a:defRPr sz="2000" b="1">
                <a:solidFill>
                  <a:schemeClr val="tx1"/>
                </a:solidFill>
                <a:latin typeface="Calibri"/>
                <a:ea typeface="Calibri"/>
                <a:cs typeface="Calibri"/>
              </a:defRPr>
            </a:lvl3pPr>
            <a:lvl4pPr marL="1600200" indent="-228600" defTabSz="481013">
              <a:lnSpc>
                <a:spcPct val="90000"/>
              </a:lnSpc>
              <a:spcBef>
                <a:spcPts val="500"/>
              </a:spcBef>
              <a:buFont typeface="Arial"/>
              <a:buChar char="•"/>
              <a:defRPr sz="3600" b="1">
                <a:solidFill>
                  <a:schemeClr val="tx1"/>
                </a:solidFill>
                <a:latin typeface="Calibri"/>
                <a:ea typeface="Calibri"/>
                <a:cs typeface="Calibri"/>
              </a:defRPr>
            </a:lvl4pPr>
            <a:lvl5pPr marL="2057400" indent="-228600" defTabSz="481013">
              <a:lnSpc>
                <a:spcPct val="90000"/>
              </a:lnSpc>
              <a:spcBef>
                <a:spcPts val="500"/>
              </a:spcBef>
              <a:buFont typeface="Arial"/>
              <a:buChar char="•"/>
              <a:defRPr sz="3600" b="1">
                <a:solidFill>
                  <a:schemeClr val="tx1"/>
                </a:solidFill>
                <a:latin typeface="Calibri"/>
                <a:ea typeface="Calibri"/>
                <a:cs typeface="Calibri"/>
              </a:defRPr>
            </a:lvl5pPr>
            <a:lvl6pPr marL="25146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6pPr>
            <a:lvl7pPr marL="29718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7pPr>
            <a:lvl8pPr marL="34290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8pPr>
            <a:lvl9pPr marL="38862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9pPr>
          </a:lstStyle>
          <a:p xmlns:a="http://schemas.openxmlformats.org/drawingml/2006/main">
            <a:pPr>
              <a:lnSpc>
                <a:spcPct val="100000"/>
              </a:lnSpc>
              <a:spcBef>
                <a:spcPct val="0"/>
              </a:spcBef>
              <a:buFontTx/>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Coastal Water and Lighting</a:t>
            </a:r>
          </a:p>
        </p:txBody>
      </p:sp>
      <p:sp>
        <p:nvSpPr>
          <p:cNvPr id="11" name="矩形 10">
            <a:extLst xmlns:a="http://schemas.openxmlformats.org/drawingml/2006/main">
              <a:ext uri="{FF2B5EF4-FFF2-40B4-BE49-F238E27FC236}">
                <a16:creationId xmlns:a16="http://schemas.microsoft.com/office/drawing/2014/main" id="{25167FC8-F30E-4DB8-B2DA-997FCAA4BB2C}"/>
              </a:ext>
            </a:extLst>
          </p:cNvPr>
          <p:cNvSpPr>
            <a:spLocks xmlns:a="http://schemas.openxmlformats.org/drawingml/2006/main" noGrp="1"/>
          </p:cNvSpPr>
          <p:nvPr/>
        </p:nvSpPr>
        <p:spPr>
          <a:xfrm xmlns:a="http://schemas.openxmlformats.org/drawingml/2006/main" rot="0" flipH="0" flipV="0">
            <a:off x="0" y="805831"/>
            <a:ext cx="3754086" cy="144129"/>
          </a:xfrm>
          <a:prstGeom xmlns:a="http://schemas.openxmlformats.org/drawingml/2006/main" prst="rect">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直接连接符 11">
            <a:extLst xmlns:a="http://schemas.openxmlformats.org/drawingml/2006/main">
              <a:ext uri="{FF2B5EF4-FFF2-40B4-BE49-F238E27FC236}">
                <a16:creationId xmlns:a16="http://schemas.microsoft.com/office/drawing/2014/main" id="{BF576E27-6717-4DAE-BA2A-2C01A0F24FF1}"/>
              </a:ext>
            </a:extLst>
          </p:cNvPr>
          <p:cNvSpPr>
            <a:spLocks xmlns:a="http://schemas.openxmlformats.org/drawingml/2006/main" noGrp="1"/>
          </p:cNvSpPr>
          <p:nvPr/>
        </p:nvSpPr>
        <p:spPr>
          <a:xfrm xmlns:a="http://schemas.openxmlformats.org/drawingml/2006/main" rot="0" flipH="0" flipV="1">
            <a:off x="3745035" y="785813"/>
            <a:ext cx="4945482" cy="12010"/>
          </a:xfrm>
          <a:prstGeom xmlns:a="http://schemas.openxmlformats.org/drawingml/2006/main" prst="line">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56" name="图片 55">
            <a:extLst xmlns:a="http://schemas.openxmlformats.org/drawingml/2006/main">
              <a:ext uri="{FF2B5EF4-FFF2-40B4-BE49-F238E27FC236}">
                <a16:creationId xmlns:a16="http://schemas.microsoft.com/office/drawing/2014/main" id="{D938BAA3-F952-40BC-B5DF-994E72181B86}"/>
              </a:ext>
            </a:extLst>
          </p:cNvPr>
          <p:cNvPicPr>
            <a:picLocks xmlns:a="http://schemas.openxmlformats.org/drawingml/2006/main" noChangeAspect="1"/>
          </p:cNvPicPr>
          <p:nvPr/>
        </p:nvPicPr>
        <p:blipFill>
          <a:blip xmlns:r="http://schemas.openxmlformats.org/officeDocument/2006/relationships" xmlns:a="http://schemas.openxmlformats.org/drawingml/2006/main" r:embed="R9337f42dba7a4d84">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9115620" y="53987"/>
            <a:ext cx="2945272" cy="1212758"/>
          </a:xfrm>
          <a:prstGeom xmlns:a="http://schemas.openxmlformats.org/drawingml/2006/main" prst="rect">
            <a:avLst/>
          </a:prstGeom>
        </p:spPr>
      </p:pic>
      <p:sp>
        <p:nvSpPr>
          <p:cNvPr id="57" name="water-waves-heading">
            <a:extLst xmlns:a="http://schemas.openxmlformats.org/drawingml/2006/main">
              <a:ext uri="{FF2B5EF4-FFF2-40B4-BE49-F238E27FC236}">
                <a16:creationId xmlns:a16="http://schemas.microsoft.com/office/drawing/2014/main" id="{6288DCF7-2F04-4FAC-B6D0-79CDBF5AC4A2}"/>
              </a:ext>
            </a:extLst>
          </p:cNvPr>
          <p:cNvSpPr>
            <a:spLocks xmlns:a="http://schemas.openxmlformats.org/drawingml/2006/main" noGrp="1"/>
          </p:cNvSpPr>
          <p:nvPr/>
        </p:nvSpPr>
        <p:spPr>
          <a:xfrm xmlns:a="http://schemas.openxmlformats.org/drawingml/2006/main">
            <a:off x="476250" y="14097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Water geometry</a:t>
            </a:r>
          </a:p>
        </p:txBody>
      </p:sp>
      <p:sp>
        <p:nvSpPr>
          <p:cNvPr id="58" name="water-waves-body">
            <a:extLst xmlns:a="http://schemas.openxmlformats.org/drawingml/2006/main">
              <a:ext uri="{FF2B5EF4-FFF2-40B4-BE49-F238E27FC236}">
                <a16:creationId xmlns:a16="http://schemas.microsoft.com/office/drawing/2014/main" id="{CA03F102-1E4B-441D-A5CC-57119FF494B9}"/>
              </a:ext>
            </a:extLst>
          </p:cNvPr>
          <p:cNvSpPr>
            <a:spLocks xmlns:a="http://schemas.openxmlformats.org/drawingml/2006/main" noGrp="1"/>
          </p:cNvSpPr>
          <p:nvPr/>
        </p:nvSpPr>
        <p:spPr>
          <a:xfrm xmlns:a="http://schemas.openxmlformats.org/drawingml/2006/main">
            <a:off x="476250" y="1885950"/>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Gerstner displacement</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and matching normals.</a:t>
            </a:r>
          </a:p>
        </p:txBody>
      </p:sp>
      <p:sp>
        <p:nvSpPr>
          <p:cNvPr id="59" name="water-contact-heading">
            <a:extLst xmlns:a="http://schemas.openxmlformats.org/drawingml/2006/main">
              <a:ext uri="{FF2B5EF4-FFF2-40B4-BE49-F238E27FC236}">
                <a16:creationId xmlns:a16="http://schemas.microsoft.com/office/drawing/2014/main" id="{005030AD-B57D-40A4-B94B-09043A792DAA}"/>
              </a:ext>
            </a:extLst>
          </p:cNvPr>
          <p:cNvSpPr>
            <a:spLocks xmlns:a="http://schemas.openxmlformats.org/drawingml/2006/main" noGrp="1"/>
          </p:cNvSpPr>
          <p:nvPr/>
        </p:nvSpPr>
        <p:spPr>
          <a:xfrm xmlns:a="http://schemas.openxmlformats.org/drawingml/2006/main">
            <a:off x="476250" y="30480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Shore interaction</a:t>
            </a:r>
          </a:p>
        </p:txBody>
      </p:sp>
      <p:sp>
        <p:nvSpPr>
          <p:cNvPr id="60" name="water-contact-body">
            <a:extLst xmlns:a="http://schemas.openxmlformats.org/drawingml/2006/main">
              <a:ext uri="{FF2B5EF4-FFF2-40B4-BE49-F238E27FC236}">
                <a16:creationId xmlns:a16="http://schemas.microsoft.com/office/drawing/2014/main" id="{56BDD3CE-A783-4FAD-A5D9-17ECB5A82C32}"/>
              </a:ext>
            </a:extLst>
          </p:cNvPr>
          <p:cNvSpPr>
            <a:spLocks xmlns:a="http://schemas.openxmlformats.org/drawingml/2006/main" noGrp="1"/>
          </p:cNvSpPr>
          <p:nvPr/>
        </p:nvSpPr>
        <p:spPr>
          <a:xfrm xmlns:a="http://schemas.openxmlformats.org/drawingml/2006/main">
            <a:off x="476250" y="3524250"/>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Shared distance field,</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crests, foam and wetness.</a:t>
            </a:r>
          </a:p>
        </p:txBody>
      </p:sp>
      <p:sp>
        <p:nvSpPr>
          <p:cNvPr id="61" name="water-environment-heading">
            <a:extLst xmlns:a="http://schemas.openxmlformats.org/drawingml/2006/main">
              <a:ext uri="{FF2B5EF4-FFF2-40B4-BE49-F238E27FC236}">
                <a16:creationId xmlns:a16="http://schemas.microsoft.com/office/drawing/2014/main" id="{AD4624B7-5DE7-488D-B53F-B0D7ADF7C24C}"/>
              </a:ext>
            </a:extLst>
          </p:cNvPr>
          <p:cNvSpPr>
            <a:spLocks xmlns:a="http://schemas.openxmlformats.org/drawingml/2006/main" noGrp="1"/>
          </p:cNvSpPr>
          <p:nvPr/>
        </p:nvSpPr>
        <p:spPr>
          <a:xfrm xmlns:a="http://schemas.openxmlformats.org/drawingml/2006/main">
            <a:off x="476250" y="46863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Environment</a:t>
            </a:r>
          </a:p>
        </p:txBody>
      </p:sp>
      <p:sp>
        <p:nvSpPr>
          <p:cNvPr id="62" name="water-environment-body">
            <a:extLst xmlns:a="http://schemas.openxmlformats.org/drawingml/2006/main">
              <a:ext uri="{FF2B5EF4-FFF2-40B4-BE49-F238E27FC236}">
                <a16:creationId xmlns:a16="http://schemas.microsoft.com/office/drawing/2014/main" id="{379B5EF6-D0D4-46D5-86C6-D069F640E49F}"/>
              </a:ext>
            </a:extLst>
          </p:cNvPr>
          <p:cNvSpPr>
            <a:spLocks xmlns:a="http://schemas.openxmlformats.org/drawingml/2006/main" noGrp="1"/>
          </p:cNvSpPr>
          <p:nvPr/>
        </p:nvSpPr>
        <p:spPr>
          <a:xfrm xmlns:a="http://schemas.openxmlformats.org/drawingml/2006/main">
            <a:off x="476250" y="5162550"/>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Sun, rain, shadows</a:t>
            </a:r>
          </a:p>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and a pointer flashlight.</a:t>
            </a:r>
          </a:p>
        </p:txBody>
      </p:sp>
      <p:pic>
        <p:nvPicPr>
          <p:cNvPr id="63" name="">
            <a:extLst xmlns:a="http://schemas.openxmlformats.org/drawingml/2006/main">
              <a:ext uri="{FF2B5EF4-FFF2-40B4-BE49-F238E27FC236}">
                <a16:creationId xmlns:a16="http://schemas.microsoft.com/office/drawing/2014/main" id="{FFB68549-CBCD-4136-B4F0-BFB4146DA91B}"/>
              </a:ext>
            </a:extLst>
          </p:cNvPr>
          <p:cNvPicPr>
            <a:picLocks xmlns:a="http://schemas.openxmlformats.org/drawingml/2006/main" noChangeAspect="1"/>
          </p:cNvPicPr>
          <p:nvPr/>
        </p:nvPicPr>
        <p:blipFill>
          <a:blip xmlns:r="http://schemas.openxmlformats.org/officeDocument/2006/relationships" xmlns:a="http://schemas.openxmlformats.org/drawingml/2006/main" r:embed="Rf3e05b8e713b4399"/>
          <a:srcRect xmlns:a="http://schemas.openxmlformats.org/drawingml/2006/main" l="2000" t="20000" r="7000" b="12000"/>
          <a:stretch xmlns:a="http://schemas.openxmlformats.org/drawingml/2006/main"/>
        </p:blipFill>
        <p:spPr>
          <a:xfrm xmlns:a="http://schemas.openxmlformats.org/drawingml/2006/main">
            <a:off x="3524250" y="1428750"/>
            <a:ext cx="8191500" cy="3143250"/>
          </a:xfrm>
          <a:prstGeom xmlns:a="http://schemas.openxmlformats.org/drawingml/2006/main" prst="rect">
            <a:avLst/>
          </a:prstGeom>
        </p:spPr>
      </p:pic>
      <p:pic>
        <p:nvPicPr>
          <p:cNvPr id="64" name="">
            <a:extLst xmlns:a="http://schemas.openxmlformats.org/drawingml/2006/main">
              <a:ext uri="{FF2B5EF4-FFF2-40B4-BE49-F238E27FC236}">
                <a16:creationId xmlns:a16="http://schemas.microsoft.com/office/drawing/2014/main" id="{0CD50E27-72C4-4AD0-A0D1-5CF14A6D5AEE}"/>
              </a:ext>
            </a:extLst>
          </p:cNvPr>
          <p:cNvPicPr>
            <a:picLocks xmlns:a="http://schemas.openxmlformats.org/drawingml/2006/main" noChangeAspect="1"/>
          </p:cNvPicPr>
          <p:nvPr/>
        </p:nvPicPr>
        <p:blipFill>
          <a:blip xmlns:r="http://schemas.openxmlformats.org/officeDocument/2006/relationships" xmlns:a="http://schemas.openxmlformats.org/drawingml/2006/main" r:embed="R98fdc1745d3a442f"/>
          <a:srcRect xmlns:a="http://schemas.openxmlformats.org/drawingml/2006/main" l="2000" t="18000" r="7000" b="12000"/>
          <a:stretch xmlns:a="http://schemas.openxmlformats.org/drawingml/2006/main"/>
        </p:blipFill>
        <p:spPr>
          <a:xfrm xmlns:a="http://schemas.openxmlformats.org/drawingml/2006/main">
            <a:off x="3524250" y="4724400"/>
            <a:ext cx="4000500" cy="1752600"/>
          </a:xfrm>
          <a:prstGeom xmlns:a="http://schemas.openxmlformats.org/drawingml/2006/main" prst="rect">
            <a:avLst/>
          </a:prstGeom>
        </p:spPr>
      </p:pic>
      <p:pic>
        <p:nvPicPr>
          <p:cNvPr id="65" name="">
            <a:extLst xmlns:a="http://schemas.openxmlformats.org/drawingml/2006/main">
              <a:ext uri="{FF2B5EF4-FFF2-40B4-BE49-F238E27FC236}">
                <a16:creationId xmlns:a16="http://schemas.microsoft.com/office/drawing/2014/main" id="{C5436D37-9B27-4D40-8827-2BBA985DCD17}"/>
              </a:ext>
            </a:extLst>
          </p:cNvPr>
          <p:cNvPicPr>
            <a:picLocks xmlns:a="http://schemas.openxmlformats.org/drawingml/2006/main" noChangeAspect="1"/>
          </p:cNvPicPr>
          <p:nvPr/>
        </p:nvPicPr>
        <p:blipFill>
          <a:blip xmlns:r="http://schemas.openxmlformats.org/officeDocument/2006/relationships" xmlns:a="http://schemas.openxmlformats.org/drawingml/2006/main" r:embed="Rc8b4aafe087f4acd"/>
          <a:srcRect xmlns:a="http://schemas.openxmlformats.org/drawingml/2006/main" l="2000" t="18000" r="7000" b="12000"/>
          <a:stretch xmlns:a="http://schemas.openxmlformats.org/drawingml/2006/main"/>
        </p:blipFill>
        <p:spPr>
          <a:xfrm xmlns:a="http://schemas.openxmlformats.org/drawingml/2006/main">
            <a:off x="7715250" y="4724400"/>
            <a:ext cx="4000500" cy="1752600"/>
          </a:xfrm>
          <a:prstGeom xmlns:a="http://schemas.openxmlformats.org/drawingml/2006/main" prst="rect">
            <a:avLst/>
          </a:prstGeom>
        </p:spPr>
      </p:pic>
      <p:sp>
        <p:nvSpPr>
          <p:cNvPr id="66" name="rain-caption">
            <a:extLst xmlns:a="http://schemas.openxmlformats.org/drawingml/2006/main">
              <a:ext uri="{FF2B5EF4-FFF2-40B4-BE49-F238E27FC236}">
                <a16:creationId xmlns:a16="http://schemas.microsoft.com/office/drawing/2014/main" id="{73FE7DE2-F23D-409C-BC77-4F8BBFDBC001}"/>
              </a:ext>
            </a:extLst>
          </p:cNvPr>
          <p:cNvSpPr>
            <a:spLocks xmlns:a="http://schemas.openxmlformats.org/drawingml/2006/main" noGrp="1"/>
          </p:cNvSpPr>
          <p:nvPr/>
        </p:nvSpPr>
        <p:spPr>
          <a:xfrm xmlns:a="http://schemas.openxmlformats.org/drawingml/2006/main">
            <a:off x="3524250" y="65151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00" b="0">
                <a:solidFill>
                  <a:srgbClr val="003366"/>
                </a:solidFill>
                <a:latin typeface="Times New Roman"/>
                <a:ea typeface="Times New Roman"/>
                <a:cs typeface="Times New Roman"/>
              </a:defRPr>
            </a:defPPr>
            <a:lvl1pPr>
              <a:defRPr sz="1600" b="0">
                <a:solidFill>
                  <a:srgbClr val="003366"/>
                </a:solidFill>
                <a:latin typeface="Times New Roman"/>
                <a:ea typeface="Times New Roman"/>
                <a:cs typeface="Times New Roman"/>
              </a:defRPr>
            </a:lvl1pPr>
            <a:lvl2pPr>
              <a:defRPr sz="1600" b="0">
                <a:solidFill>
                  <a:srgbClr val="003366"/>
                </a:solidFill>
                <a:latin typeface="Times New Roman"/>
                <a:ea typeface="Times New Roman"/>
                <a:cs typeface="Times New Roman"/>
              </a:defRPr>
            </a:lvl2pPr>
            <a:lvl3pPr>
              <a:defRPr sz="1600" b="0">
                <a:solidFill>
                  <a:srgbClr val="003366"/>
                </a:solidFill>
                <a:latin typeface="Times New Roman"/>
                <a:ea typeface="Times New Roman"/>
                <a:cs typeface="Times New Roman"/>
              </a:defRPr>
            </a:lvl3pPr>
            <a:lvl4pPr>
              <a:defRPr sz="1600" b="0">
                <a:solidFill>
                  <a:srgbClr val="003366"/>
                </a:solidFill>
                <a:latin typeface="Times New Roman"/>
                <a:ea typeface="Times New Roman"/>
                <a:cs typeface="Times New Roman"/>
              </a:defRPr>
            </a:lvl4pPr>
            <a:lvl5pPr>
              <a:defRPr sz="1600" b="0">
                <a:solidFill>
                  <a:srgbClr val="003366"/>
                </a:solidFill>
                <a:latin typeface="Times New Roman"/>
                <a:ea typeface="Times New Roman"/>
                <a:cs typeface="Times New Roman"/>
              </a:defRPr>
            </a:lvl5pPr>
            <a:lvl6pPr>
              <a:defRPr sz="1600" b="0">
                <a:solidFill>
                  <a:srgbClr val="003366"/>
                </a:solidFill>
                <a:latin typeface="Times New Roman"/>
                <a:ea typeface="Times New Roman"/>
                <a:cs typeface="Times New Roman"/>
              </a:defRPr>
            </a:lvl6pPr>
            <a:lvl7pPr>
              <a:defRPr sz="1600" b="0">
                <a:solidFill>
                  <a:srgbClr val="003366"/>
                </a:solidFill>
                <a:latin typeface="Times New Roman"/>
                <a:ea typeface="Times New Roman"/>
                <a:cs typeface="Times New Roman"/>
              </a:defRPr>
            </a:lvl7pPr>
            <a:lvl8pPr>
              <a:defRPr sz="1600" b="0">
                <a:solidFill>
                  <a:srgbClr val="003366"/>
                </a:solidFill>
                <a:latin typeface="Times New Roman"/>
                <a:ea typeface="Times New Roman"/>
                <a:cs typeface="Times New Roman"/>
              </a:defRPr>
            </a:lvl8pPr>
            <a:lvl9pPr>
              <a:defRPr sz="1600" b="0">
                <a:solidFill>
                  <a:srgbClr val="003366"/>
                </a:solidFill>
                <a:latin typeface="Times New Roman"/>
                <a:ea typeface="Times New Roman"/>
                <a:cs typeface="Times New Roman"/>
              </a:defRPr>
            </a:lvl9pPr>
          </a:lstStyle>
          <a:p xmlns:a="http://schemas.openxmlformats.org/drawingml/2006/main">
            <a:pPr>
              <a:defRPr sz="1600" b="0">
                <a:solidFill>
                  <a:srgbClr val="003366"/>
                </a:solidFill>
                <a:latin typeface="Times New Roman"/>
                <a:ea typeface="Times New Roman"/>
                <a:cs typeface="Times New Roman"/>
              </a:defRPr>
            </a:pPr>
            <a:r>
              <a:rPr sz="1600" b="0">
                <a:solidFill>
                  <a:srgbClr val="003366"/>
                </a:solidFill>
                <a:latin typeface="Times New Roman"/>
                <a:ea typeface="Times New Roman"/>
                <a:cs typeface="Times New Roman"/>
              </a:rPr>
              <a:t>Rain</a:t>
            </a:r>
          </a:p>
        </p:txBody>
      </p:sp>
      <p:sp>
        <p:nvSpPr>
          <p:cNvPr id="67" name="night-caption">
            <a:extLst xmlns:a="http://schemas.openxmlformats.org/drawingml/2006/main">
              <a:ext uri="{FF2B5EF4-FFF2-40B4-BE49-F238E27FC236}">
                <a16:creationId xmlns:a16="http://schemas.microsoft.com/office/drawing/2014/main" id="{D7A4F327-2171-4839-868F-45FAC43F7498}"/>
              </a:ext>
            </a:extLst>
          </p:cNvPr>
          <p:cNvSpPr>
            <a:spLocks xmlns:a="http://schemas.openxmlformats.org/drawingml/2006/main" noGrp="1"/>
          </p:cNvSpPr>
          <p:nvPr/>
        </p:nvSpPr>
        <p:spPr>
          <a:xfrm xmlns:a="http://schemas.openxmlformats.org/drawingml/2006/main">
            <a:off x="7715250" y="65151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00" b="0">
                <a:solidFill>
                  <a:srgbClr val="003366"/>
                </a:solidFill>
                <a:latin typeface="Times New Roman"/>
                <a:ea typeface="Times New Roman"/>
                <a:cs typeface="Times New Roman"/>
              </a:defRPr>
            </a:defPPr>
            <a:lvl1pPr>
              <a:defRPr sz="1600" b="0">
                <a:solidFill>
                  <a:srgbClr val="003366"/>
                </a:solidFill>
                <a:latin typeface="Times New Roman"/>
                <a:ea typeface="Times New Roman"/>
                <a:cs typeface="Times New Roman"/>
              </a:defRPr>
            </a:lvl1pPr>
            <a:lvl2pPr>
              <a:defRPr sz="1600" b="0">
                <a:solidFill>
                  <a:srgbClr val="003366"/>
                </a:solidFill>
                <a:latin typeface="Times New Roman"/>
                <a:ea typeface="Times New Roman"/>
                <a:cs typeface="Times New Roman"/>
              </a:defRPr>
            </a:lvl2pPr>
            <a:lvl3pPr>
              <a:defRPr sz="1600" b="0">
                <a:solidFill>
                  <a:srgbClr val="003366"/>
                </a:solidFill>
                <a:latin typeface="Times New Roman"/>
                <a:ea typeface="Times New Roman"/>
                <a:cs typeface="Times New Roman"/>
              </a:defRPr>
            </a:lvl3pPr>
            <a:lvl4pPr>
              <a:defRPr sz="1600" b="0">
                <a:solidFill>
                  <a:srgbClr val="003366"/>
                </a:solidFill>
                <a:latin typeface="Times New Roman"/>
                <a:ea typeface="Times New Roman"/>
                <a:cs typeface="Times New Roman"/>
              </a:defRPr>
            </a:lvl4pPr>
            <a:lvl5pPr>
              <a:defRPr sz="1600" b="0">
                <a:solidFill>
                  <a:srgbClr val="003366"/>
                </a:solidFill>
                <a:latin typeface="Times New Roman"/>
                <a:ea typeface="Times New Roman"/>
                <a:cs typeface="Times New Roman"/>
              </a:defRPr>
            </a:lvl5pPr>
            <a:lvl6pPr>
              <a:defRPr sz="1600" b="0">
                <a:solidFill>
                  <a:srgbClr val="003366"/>
                </a:solidFill>
                <a:latin typeface="Times New Roman"/>
                <a:ea typeface="Times New Roman"/>
                <a:cs typeface="Times New Roman"/>
              </a:defRPr>
            </a:lvl6pPr>
            <a:lvl7pPr>
              <a:defRPr sz="1600" b="0">
                <a:solidFill>
                  <a:srgbClr val="003366"/>
                </a:solidFill>
                <a:latin typeface="Times New Roman"/>
                <a:ea typeface="Times New Roman"/>
                <a:cs typeface="Times New Roman"/>
              </a:defRPr>
            </a:lvl7pPr>
            <a:lvl8pPr>
              <a:defRPr sz="1600" b="0">
                <a:solidFill>
                  <a:srgbClr val="003366"/>
                </a:solidFill>
                <a:latin typeface="Times New Roman"/>
                <a:ea typeface="Times New Roman"/>
                <a:cs typeface="Times New Roman"/>
              </a:defRPr>
            </a:lvl8pPr>
            <a:lvl9pPr>
              <a:defRPr sz="1600" b="0">
                <a:solidFill>
                  <a:srgbClr val="003366"/>
                </a:solidFill>
                <a:latin typeface="Times New Roman"/>
                <a:ea typeface="Times New Roman"/>
                <a:cs typeface="Times New Roman"/>
              </a:defRPr>
            </a:lvl9pPr>
          </a:lstStyle>
          <a:p xmlns:a="http://schemas.openxmlformats.org/drawingml/2006/main">
            <a:pPr>
              <a:defRPr sz="1600" b="0">
                <a:solidFill>
                  <a:srgbClr val="003366"/>
                </a:solidFill>
                <a:latin typeface="Times New Roman"/>
                <a:ea typeface="Times New Roman"/>
                <a:cs typeface="Times New Roman"/>
              </a:defRPr>
            </a:pPr>
            <a:r>
              <a:rPr sz="1600" b="0">
                <a:solidFill>
                  <a:srgbClr val="003366"/>
                </a:solidFill>
                <a:latin typeface="Times New Roman"/>
                <a:ea typeface="Times New Roman"/>
                <a:cs typeface="Times New Roman"/>
              </a:rPr>
              <a:t>Night flashlight</a:t>
            </a:r>
          </a:p>
        </p:txBody>
      </p:sp>
    </p:spTree>
    <p:extLst>
      <p:ext uri="{BB962C8B-B14F-4D97-AF65-F5344CB8AC3E}">
        <p14:creationId xmlns:p14="http://schemas.microsoft.com/office/powerpoint/2010/main" val="22642388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矩形 15">
            <a:extLst xmlns:a="http://schemas.openxmlformats.org/drawingml/2006/main">
              <a:ext uri="{FF2B5EF4-FFF2-40B4-BE49-F238E27FC236}">
                <a16:creationId xmlns:a16="http://schemas.microsoft.com/office/drawing/2014/main" id="{56D61DA5-510B-3FC6-4C3E-E0D16C75B88A}"/>
              </a:ext>
            </a:extLst>
          </p:cNvPr>
          <p:cNvSpPr>
            <a:spLocks xmlns:a="http://schemas.openxmlformats.org/drawingml/2006/main" noGrp="1"/>
          </p:cNvSpPr>
          <p:nvPr/>
        </p:nvSpPr>
        <p:spPr>
          <a:xfrm xmlns:a="http://schemas.openxmlformats.org/drawingml/2006/main">
            <a:off x="209550" y="123058"/>
            <a:ext cx="8801117"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3600" b="1">
                <a:solidFill>
                  <a:srgbClr val="000000"/>
                </a:solidFill>
                <a:latin typeface="Times New Roman"/>
                <a:ea typeface="Times New Roman"/>
                <a:cs typeface="Times New Roman"/>
              </a:defRPr>
            </a:defPPr>
            <a:lvl1pPr defTabSz="481013">
              <a:lnSpc>
                <a:spcPct val="90000"/>
              </a:lnSpc>
              <a:spcBef>
                <a:spcPts val="1000"/>
              </a:spcBef>
              <a:buFont typeface="Arial"/>
              <a:buChar char="•"/>
              <a:defRPr sz="2800" b="1">
                <a:solidFill>
                  <a:schemeClr val="tx1"/>
                </a:solidFill>
                <a:latin typeface="Calibri"/>
                <a:ea typeface="Calibri"/>
                <a:cs typeface="Calibri"/>
              </a:defRPr>
            </a:lvl1pPr>
            <a:lvl2pPr marL="742950" indent="-285750" defTabSz="481013">
              <a:lnSpc>
                <a:spcPct val="90000"/>
              </a:lnSpc>
              <a:spcBef>
                <a:spcPts val="500"/>
              </a:spcBef>
              <a:buFont typeface="Arial"/>
              <a:buChar char="•"/>
              <a:defRPr sz="2400" b="1">
                <a:solidFill>
                  <a:schemeClr val="tx1"/>
                </a:solidFill>
                <a:latin typeface="Calibri"/>
                <a:ea typeface="Calibri"/>
                <a:cs typeface="Calibri"/>
              </a:defRPr>
            </a:lvl2pPr>
            <a:lvl3pPr marL="1143000" indent="-228600" defTabSz="481013">
              <a:lnSpc>
                <a:spcPct val="90000"/>
              </a:lnSpc>
              <a:spcBef>
                <a:spcPts val="500"/>
              </a:spcBef>
              <a:buFont typeface="Arial"/>
              <a:buChar char="•"/>
              <a:defRPr sz="2000" b="1">
                <a:solidFill>
                  <a:schemeClr val="tx1"/>
                </a:solidFill>
                <a:latin typeface="Calibri"/>
                <a:ea typeface="Calibri"/>
                <a:cs typeface="Calibri"/>
              </a:defRPr>
            </a:lvl3pPr>
            <a:lvl4pPr marL="1600200" indent="-228600" defTabSz="481013">
              <a:lnSpc>
                <a:spcPct val="90000"/>
              </a:lnSpc>
              <a:spcBef>
                <a:spcPts val="500"/>
              </a:spcBef>
              <a:buFont typeface="Arial"/>
              <a:buChar char="•"/>
              <a:defRPr sz="3600" b="1">
                <a:solidFill>
                  <a:schemeClr val="tx1"/>
                </a:solidFill>
                <a:latin typeface="Calibri"/>
                <a:ea typeface="Calibri"/>
                <a:cs typeface="Calibri"/>
              </a:defRPr>
            </a:lvl4pPr>
            <a:lvl5pPr marL="2057400" indent="-228600" defTabSz="481013">
              <a:lnSpc>
                <a:spcPct val="90000"/>
              </a:lnSpc>
              <a:spcBef>
                <a:spcPts val="500"/>
              </a:spcBef>
              <a:buFont typeface="Arial"/>
              <a:buChar char="•"/>
              <a:defRPr sz="3600" b="1">
                <a:solidFill>
                  <a:schemeClr val="tx1"/>
                </a:solidFill>
                <a:latin typeface="Calibri"/>
                <a:ea typeface="Calibri"/>
                <a:cs typeface="Calibri"/>
              </a:defRPr>
            </a:lvl5pPr>
            <a:lvl6pPr marL="25146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6pPr>
            <a:lvl7pPr marL="29718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7pPr>
            <a:lvl8pPr marL="34290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8pPr>
            <a:lvl9pPr marL="38862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9pPr>
          </a:lstStyle>
          <a:p xmlns:a="http://schemas.openxmlformats.org/drawingml/2006/main">
            <a:pPr>
              <a:lnSpc>
                <a:spcPct val="100000"/>
              </a:lnSpc>
              <a:spcBef>
                <a:spcPct val="0"/>
              </a:spcBef>
              <a:buFontTx/>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Implementation and Checks</a:t>
            </a:r>
          </a:p>
        </p:txBody>
      </p:sp>
      <p:sp>
        <p:nvSpPr>
          <p:cNvPr id="11" name="矩形 10">
            <a:extLst xmlns:a="http://schemas.openxmlformats.org/drawingml/2006/main">
              <a:ext uri="{FF2B5EF4-FFF2-40B4-BE49-F238E27FC236}">
                <a16:creationId xmlns:a16="http://schemas.microsoft.com/office/drawing/2014/main" id="{DA94FDD4-A7B7-548F-C924-50BE2E306E25}"/>
              </a:ext>
            </a:extLst>
          </p:cNvPr>
          <p:cNvSpPr>
            <a:spLocks xmlns:a="http://schemas.openxmlformats.org/drawingml/2006/main" noGrp="1"/>
          </p:cNvSpPr>
          <p:nvPr/>
        </p:nvSpPr>
        <p:spPr>
          <a:xfrm xmlns:a="http://schemas.openxmlformats.org/drawingml/2006/main" rot="0" flipH="0" flipV="0">
            <a:off x="0" y="805831"/>
            <a:ext cx="3754086" cy="144129"/>
          </a:xfrm>
          <a:prstGeom xmlns:a="http://schemas.openxmlformats.org/drawingml/2006/main" prst="rect">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直接连接符 11">
            <a:extLst xmlns:a="http://schemas.openxmlformats.org/drawingml/2006/main">
              <a:ext uri="{FF2B5EF4-FFF2-40B4-BE49-F238E27FC236}">
                <a16:creationId xmlns:a16="http://schemas.microsoft.com/office/drawing/2014/main" id="{E8AC5247-76DC-483B-8EA2-29258126B41E}"/>
              </a:ext>
            </a:extLst>
          </p:cNvPr>
          <p:cNvSpPr>
            <a:spLocks xmlns:a="http://schemas.openxmlformats.org/drawingml/2006/main" noGrp="1"/>
          </p:cNvSpPr>
          <p:nvPr/>
        </p:nvSpPr>
        <p:spPr>
          <a:xfrm xmlns:a="http://schemas.openxmlformats.org/drawingml/2006/main" rot="0" flipH="0" flipV="1">
            <a:off x="3745035" y="785813"/>
            <a:ext cx="4945482" cy="12010"/>
          </a:xfrm>
          <a:prstGeom xmlns:a="http://schemas.openxmlformats.org/drawingml/2006/main" prst="line">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56" name="图片 55">
            <a:extLst xmlns:a="http://schemas.openxmlformats.org/drawingml/2006/main">
              <a:ext uri="{FF2B5EF4-FFF2-40B4-BE49-F238E27FC236}">
                <a16:creationId xmlns:a16="http://schemas.microsoft.com/office/drawing/2014/main" id="{1624593C-1B84-4CC8-A8B9-1FC631429A93}"/>
              </a:ext>
            </a:extLst>
          </p:cNvPr>
          <p:cNvPicPr>
            <a:picLocks xmlns:a="http://schemas.openxmlformats.org/drawingml/2006/main" noChangeAspect="1"/>
          </p:cNvPicPr>
          <p:nvPr/>
        </p:nvPicPr>
        <p:blipFill>
          <a:blip xmlns:r="http://schemas.openxmlformats.org/officeDocument/2006/relationships" xmlns:a="http://schemas.openxmlformats.org/drawingml/2006/main" r:embed="R9ea179b23b4147b0">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9115620" y="53987"/>
            <a:ext cx="2945272" cy="1212758"/>
          </a:xfrm>
          <a:prstGeom xmlns:a="http://schemas.openxmlformats.org/drawingml/2006/main" prst="rect">
            <a:avLst/>
          </a:prstGeom>
        </p:spPr>
      </p:pic>
      <p:sp>
        <p:nvSpPr>
          <p:cNvPr id="57" name="checks-geometry-heading">
            <a:extLst xmlns:a="http://schemas.openxmlformats.org/drawingml/2006/main">
              <a:ext uri="{FF2B5EF4-FFF2-40B4-BE49-F238E27FC236}">
                <a16:creationId xmlns:a16="http://schemas.microsoft.com/office/drawing/2014/main" id="{752836C4-EF28-407E-9743-2017F5B97669}"/>
              </a:ext>
            </a:extLst>
          </p:cNvPr>
          <p:cNvSpPr>
            <a:spLocks xmlns:a="http://schemas.openxmlformats.org/drawingml/2006/main" noGrp="1"/>
          </p:cNvSpPr>
          <p:nvPr/>
        </p:nvSpPr>
        <p:spPr>
          <a:xfrm xmlns:a="http://schemas.openxmlformats.org/drawingml/2006/main">
            <a:off x="476250" y="13811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Geometry processing</a:t>
            </a:r>
          </a:p>
        </p:txBody>
      </p:sp>
      <p:sp>
        <p:nvSpPr>
          <p:cNvPr id="58" name="checks-geometry-body">
            <a:extLst xmlns:a="http://schemas.openxmlformats.org/drawingml/2006/main">
              <a:ext uri="{FF2B5EF4-FFF2-40B4-BE49-F238E27FC236}">
                <a16:creationId xmlns:a16="http://schemas.microsoft.com/office/drawing/2014/main" id="{4F917171-ACC2-40C2-9C60-961E0900803E}"/>
              </a:ext>
            </a:extLst>
          </p:cNvPr>
          <p:cNvSpPr>
            <a:spLocks xmlns:a="http://schemas.openxmlformats.org/drawingml/2006/main" noGrp="1"/>
          </p:cNvSpPr>
          <p:nvPr/>
        </p:nvSpPr>
        <p:spPr>
          <a:xfrm xmlns:a="http://schemas.openxmlformats.org/drawingml/2006/main">
            <a:off x="476250" y="18764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11111"/>
                </a:solidFill>
                <a:latin typeface="Times New Roman"/>
                <a:ea typeface="Times New Roman"/>
                <a:cs typeface="Times New Roman"/>
              </a:defRPr>
            </a:defPPr>
            <a:lvl1pPr>
              <a:defRPr sz="1950" b="0">
                <a:solidFill>
                  <a:srgbClr val="111111"/>
                </a:solidFill>
                <a:latin typeface="Times New Roman"/>
                <a:ea typeface="Times New Roman"/>
                <a:cs typeface="Times New Roman"/>
              </a:defRPr>
            </a:lvl1pPr>
            <a:lvl2pPr>
              <a:defRPr sz="1950" b="0">
                <a:solidFill>
                  <a:srgbClr val="111111"/>
                </a:solidFill>
                <a:latin typeface="Times New Roman"/>
                <a:ea typeface="Times New Roman"/>
                <a:cs typeface="Times New Roman"/>
              </a:defRPr>
            </a:lvl2pPr>
            <a:lvl3pPr>
              <a:defRPr sz="1950" b="0">
                <a:solidFill>
                  <a:srgbClr val="111111"/>
                </a:solidFill>
                <a:latin typeface="Times New Roman"/>
                <a:ea typeface="Times New Roman"/>
                <a:cs typeface="Times New Roman"/>
              </a:defRPr>
            </a:lvl3pPr>
            <a:lvl4pPr>
              <a:defRPr sz="1950" b="0">
                <a:solidFill>
                  <a:srgbClr val="111111"/>
                </a:solidFill>
                <a:latin typeface="Times New Roman"/>
                <a:ea typeface="Times New Roman"/>
                <a:cs typeface="Times New Roman"/>
              </a:defRPr>
            </a:lvl4pPr>
            <a:lvl5pPr>
              <a:defRPr sz="1950" b="0">
                <a:solidFill>
                  <a:srgbClr val="111111"/>
                </a:solidFill>
                <a:latin typeface="Times New Roman"/>
                <a:ea typeface="Times New Roman"/>
                <a:cs typeface="Times New Roman"/>
              </a:defRPr>
            </a:lvl5pPr>
            <a:lvl6pPr>
              <a:defRPr sz="1950" b="0">
                <a:solidFill>
                  <a:srgbClr val="111111"/>
                </a:solidFill>
                <a:latin typeface="Times New Roman"/>
                <a:ea typeface="Times New Roman"/>
                <a:cs typeface="Times New Roman"/>
              </a:defRPr>
            </a:lvl6pPr>
            <a:lvl7pPr>
              <a:defRPr sz="1950" b="0">
                <a:solidFill>
                  <a:srgbClr val="111111"/>
                </a:solidFill>
                <a:latin typeface="Times New Roman"/>
                <a:ea typeface="Times New Roman"/>
                <a:cs typeface="Times New Roman"/>
              </a:defRPr>
            </a:lvl7pPr>
            <a:lvl8pPr>
              <a:defRPr sz="1950" b="0">
                <a:solidFill>
                  <a:srgbClr val="111111"/>
                </a:solidFill>
                <a:latin typeface="Times New Roman"/>
                <a:ea typeface="Times New Roman"/>
                <a:cs typeface="Times New Roman"/>
              </a:defRPr>
            </a:lvl8pPr>
            <a:lvl9pPr>
              <a:defRPr sz="1950" b="0">
                <a:solidFill>
                  <a:srgbClr val="111111"/>
                </a:solidFill>
                <a:latin typeface="Times New Roman"/>
                <a:ea typeface="Times New Roman"/>
                <a:cs typeface="Times New Roman"/>
              </a:defRPr>
            </a:lvl9pPr>
          </a:lstStyle>
          <a:p xmlns:a="http://schemas.openxmlformats.org/drawingml/2006/main">
            <a:pPr>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Local LOD, triangle interpolation and compatible land/water edges</a:t>
            </a:r>
          </a:p>
        </p:txBody>
      </p:sp>
      <p:sp>
        <p:nvSpPr>
          <p:cNvPr id="59" name="checks-rendering-heading">
            <a:extLst xmlns:a="http://schemas.openxmlformats.org/drawingml/2006/main">
              <a:ext uri="{FF2B5EF4-FFF2-40B4-BE49-F238E27FC236}">
                <a16:creationId xmlns:a16="http://schemas.microsoft.com/office/drawing/2014/main" id="{1CA595DF-4047-4861-B14C-B4C918F37B1D}"/>
              </a:ext>
            </a:extLst>
          </p:cNvPr>
          <p:cNvSpPr>
            <a:spLocks xmlns:a="http://schemas.openxmlformats.org/drawingml/2006/main" noGrp="1"/>
          </p:cNvSpPr>
          <p:nvPr/>
        </p:nvSpPr>
        <p:spPr>
          <a:xfrm xmlns:a="http://schemas.openxmlformats.org/drawingml/2006/main">
            <a:off x="476250" y="27146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Rendering and animation</a:t>
            </a:r>
          </a:p>
        </p:txBody>
      </p:sp>
      <p:sp>
        <p:nvSpPr>
          <p:cNvPr id="60" name="checks-rendering-body">
            <a:extLst xmlns:a="http://schemas.openxmlformats.org/drawingml/2006/main">
              <a:ext uri="{FF2B5EF4-FFF2-40B4-BE49-F238E27FC236}">
                <a16:creationId xmlns:a16="http://schemas.microsoft.com/office/drawing/2014/main" id="{D7CF759A-D75A-445D-8384-348D86032517}"/>
              </a:ext>
            </a:extLst>
          </p:cNvPr>
          <p:cNvSpPr>
            <a:spLocks xmlns:a="http://schemas.openxmlformats.org/drawingml/2006/main" noGrp="1"/>
          </p:cNvSpPr>
          <p:nvPr/>
        </p:nvSpPr>
        <p:spPr>
          <a:xfrm xmlns:a="http://schemas.openxmlformats.org/drawingml/2006/main">
            <a:off x="476250" y="3209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11111"/>
                </a:solidFill>
                <a:latin typeface="Times New Roman"/>
                <a:ea typeface="Times New Roman"/>
                <a:cs typeface="Times New Roman"/>
              </a:defRPr>
            </a:defPPr>
            <a:lvl1pPr>
              <a:defRPr sz="1950" b="0">
                <a:solidFill>
                  <a:srgbClr val="111111"/>
                </a:solidFill>
                <a:latin typeface="Times New Roman"/>
                <a:ea typeface="Times New Roman"/>
                <a:cs typeface="Times New Roman"/>
              </a:defRPr>
            </a:lvl1pPr>
            <a:lvl2pPr>
              <a:defRPr sz="1950" b="0">
                <a:solidFill>
                  <a:srgbClr val="111111"/>
                </a:solidFill>
                <a:latin typeface="Times New Roman"/>
                <a:ea typeface="Times New Roman"/>
                <a:cs typeface="Times New Roman"/>
              </a:defRPr>
            </a:lvl2pPr>
            <a:lvl3pPr>
              <a:defRPr sz="1950" b="0">
                <a:solidFill>
                  <a:srgbClr val="111111"/>
                </a:solidFill>
                <a:latin typeface="Times New Roman"/>
                <a:ea typeface="Times New Roman"/>
                <a:cs typeface="Times New Roman"/>
              </a:defRPr>
            </a:lvl3pPr>
            <a:lvl4pPr>
              <a:defRPr sz="1950" b="0">
                <a:solidFill>
                  <a:srgbClr val="111111"/>
                </a:solidFill>
                <a:latin typeface="Times New Roman"/>
                <a:ea typeface="Times New Roman"/>
                <a:cs typeface="Times New Roman"/>
              </a:defRPr>
            </a:lvl4pPr>
            <a:lvl5pPr>
              <a:defRPr sz="1950" b="0">
                <a:solidFill>
                  <a:srgbClr val="111111"/>
                </a:solidFill>
                <a:latin typeface="Times New Roman"/>
                <a:ea typeface="Times New Roman"/>
                <a:cs typeface="Times New Roman"/>
              </a:defRPr>
            </a:lvl5pPr>
            <a:lvl6pPr>
              <a:defRPr sz="1950" b="0">
                <a:solidFill>
                  <a:srgbClr val="111111"/>
                </a:solidFill>
                <a:latin typeface="Times New Roman"/>
                <a:ea typeface="Times New Roman"/>
                <a:cs typeface="Times New Roman"/>
              </a:defRPr>
            </a:lvl6pPr>
            <a:lvl7pPr>
              <a:defRPr sz="1950" b="0">
                <a:solidFill>
                  <a:srgbClr val="111111"/>
                </a:solidFill>
                <a:latin typeface="Times New Roman"/>
                <a:ea typeface="Times New Roman"/>
                <a:cs typeface="Times New Roman"/>
              </a:defRPr>
            </a:lvl7pPr>
            <a:lvl8pPr>
              <a:defRPr sz="1950" b="0">
                <a:solidFill>
                  <a:srgbClr val="111111"/>
                </a:solidFill>
                <a:latin typeface="Times New Roman"/>
                <a:ea typeface="Times New Roman"/>
                <a:cs typeface="Times New Roman"/>
              </a:defRPr>
            </a:lvl8pPr>
            <a:lvl9pPr>
              <a:defRPr sz="1950" b="0">
                <a:solidFill>
                  <a:srgbClr val="111111"/>
                </a:solidFill>
                <a:latin typeface="Times New Roman"/>
                <a:ea typeface="Times New Roman"/>
                <a:cs typeface="Times New Roman"/>
              </a:defRPr>
            </a:lvl9pPr>
          </a:lstStyle>
          <a:p xmlns:a="http://schemas.openxmlformats.org/drawingml/2006/main">
            <a:pPr>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Triplanar PBR, instancing, Gerstner waves and shadow mapping</a:t>
            </a:r>
          </a:p>
        </p:txBody>
      </p:sp>
      <p:sp>
        <p:nvSpPr>
          <p:cNvPr id="61" name="checks-scheduler-heading">
            <a:extLst xmlns:a="http://schemas.openxmlformats.org/drawingml/2006/main">
              <a:ext uri="{FF2B5EF4-FFF2-40B4-BE49-F238E27FC236}">
                <a16:creationId xmlns:a16="http://schemas.microsoft.com/office/drawing/2014/main" id="{04013944-ABB6-4A28-B6BD-51BF2CF1E0DB}"/>
              </a:ext>
            </a:extLst>
          </p:cNvPr>
          <p:cNvSpPr>
            <a:spLocks xmlns:a="http://schemas.openxmlformats.org/drawingml/2006/main" noGrp="1"/>
          </p:cNvSpPr>
          <p:nvPr/>
        </p:nvSpPr>
        <p:spPr>
          <a:xfrm xmlns:a="http://schemas.openxmlformats.org/drawingml/2006/main">
            <a:off x="476250" y="40481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1559B"/>
                </a:solidFill>
                <a:latin typeface="Times New Roman"/>
                <a:ea typeface="Times New Roman"/>
                <a:cs typeface="Times New Roman"/>
              </a:defRPr>
            </a:defPPr>
            <a:lvl1pPr>
              <a:defRPr sz="2400" b="1">
                <a:solidFill>
                  <a:srgbClr val="01559B"/>
                </a:solidFill>
                <a:latin typeface="Times New Roman"/>
                <a:ea typeface="Times New Roman"/>
                <a:cs typeface="Times New Roman"/>
              </a:defRPr>
            </a:lvl1pPr>
            <a:lvl2pPr>
              <a:defRPr sz="2400" b="1">
                <a:solidFill>
                  <a:srgbClr val="01559B"/>
                </a:solidFill>
                <a:latin typeface="Times New Roman"/>
                <a:ea typeface="Times New Roman"/>
                <a:cs typeface="Times New Roman"/>
              </a:defRPr>
            </a:lvl2pPr>
            <a:lvl3pPr>
              <a:defRPr sz="2400" b="1">
                <a:solidFill>
                  <a:srgbClr val="01559B"/>
                </a:solidFill>
                <a:latin typeface="Times New Roman"/>
                <a:ea typeface="Times New Roman"/>
                <a:cs typeface="Times New Roman"/>
              </a:defRPr>
            </a:lvl3pPr>
            <a:lvl4pPr>
              <a:defRPr sz="2400" b="1">
                <a:solidFill>
                  <a:srgbClr val="01559B"/>
                </a:solidFill>
                <a:latin typeface="Times New Roman"/>
                <a:ea typeface="Times New Roman"/>
                <a:cs typeface="Times New Roman"/>
              </a:defRPr>
            </a:lvl4pPr>
            <a:lvl5pPr>
              <a:defRPr sz="2400" b="1">
                <a:solidFill>
                  <a:srgbClr val="01559B"/>
                </a:solidFill>
                <a:latin typeface="Times New Roman"/>
                <a:ea typeface="Times New Roman"/>
                <a:cs typeface="Times New Roman"/>
              </a:defRPr>
            </a:lvl5pPr>
            <a:lvl6pPr>
              <a:defRPr sz="2400" b="1">
                <a:solidFill>
                  <a:srgbClr val="01559B"/>
                </a:solidFill>
                <a:latin typeface="Times New Roman"/>
                <a:ea typeface="Times New Roman"/>
                <a:cs typeface="Times New Roman"/>
              </a:defRPr>
            </a:lvl6pPr>
            <a:lvl7pPr>
              <a:defRPr sz="2400" b="1">
                <a:solidFill>
                  <a:srgbClr val="01559B"/>
                </a:solidFill>
                <a:latin typeface="Times New Roman"/>
                <a:ea typeface="Times New Roman"/>
                <a:cs typeface="Times New Roman"/>
              </a:defRPr>
            </a:lvl7pPr>
            <a:lvl8pPr>
              <a:defRPr sz="2400" b="1">
                <a:solidFill>
                  <a:srgbClr val="01559B"/>
                </a:solidFill>
                <a:latin typeface="Times New Roman"/>
                <a:ea typeface="Times New Roman"/>
                <a:cs typeface="Times New Roman"/>
              </a:defRPr>
            </a:lvl8pPr>
            <a:lvl9pPr>
              <a:defRPr sz="2400" b="1">
                <a:solidFill>
                  <a:srgbClr val="01559B"/>
                </a:solidFill>
                <a:latin typeface="Times New Roman"/>
                <a:ea typeface="Times New Roman"/>
                <a:cs typeface="Times New Roman"/>
              </a:defRPr>
            </a:lvl9pPr>
          </a:lstStyle>
          <a:p xmlns:a="http://schemas.openxmlformats.org/drawingml/2006/main">
            <a:pPr>
              <a:defRPr sz="2400" b="1">
                <a:solidFill>
                  <a:srgbClr val="01559B"/>
                </a:solidFill>
                <a:latin typeface="Times New Roman"/>
                <a:ea typeface="Times New Roman"/>
                <a:cs typeface="Times New Roman"/>
              </a:defRPr>
            </a:pPr>
            <a:r>
              <a:rPr sz="2400" b="1">
                <a:solidFill>
                  <a:srgbClr val="01559B"/>
                </a:solidFill>
                <a:latin typeface="Times New Roman"/>
                <a:ea typeface="Times New Roman"/>
                <a:cs typeface="Times New Roman"/>
              </a:rPr>
              <a:t>Skip unchanged placement</a:t>
            </a:r>
          </a:p>
        </p:txBody>
      </p:sp>
      <p:sp>
        <p:nvSpPr>
          <p:cNvPr id="62" name="checks-scheduler-code">
            <a:extLst xmlns:a="http://schemas.openxmlformats.org/drawingml/2006/main">
              <a:ext uri="{FF2B5EF4-FFF2-40B4-BE49-F238E27FC236}">
                <a16:creationId xmlns:a16="http://schemas.microsoft.com/office/drawing/2014/main" id="{8DEF070D-7140-454A-AD6D-348F3BE4C93C}"/>
              </a:ext>
            </a:extLst>
          </p:cNvPr>
          <p:cNvSpPr>
            <a:spLocks xmlns:a="http://schemas.openxmlformats.org/drawingml/2006/main" noGrp="1"/>
          </p:cNvSpPr>
          <p:nvPr/>
        </p:nvSpPr>
        <p:spPr>
          <a:xfrm xmlns:a="http://schemas.openxmlformats.org/drawingml/2006/main">
            <a:off x="666750" y="45529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0">
                <a:solidFill>
                  <a:srgbClr val="111111"/>
                </a:solidFill>
                <a:latin typeface="Times New Roman"/>
                <a:ea typeface="Times New Roman"/>
                <a:cs typeface="Times New Roman"/>
              </a:defRPr>
            </a:defPPr>
            <a:lvl1pPr>
              <a:defRPr sz="2100" b="0">
                <a:solidFill>
                  <a:srgbClr val="111111"/>
                </a:solidFill>
                <a:latin typeface="Times New Roman"/>
                <a:ea typeface="Times New Roman"/>
                <a:cs typeface="Times New Roman"/>
              </a:defRPr>
            </a:lvl1pPr>
            <a:lvl2pPr>
              <a:defRPr sz="2100" b="0">
                <a:solidFill>
                  <a:srgbClr val="111111"/>
                </a:solidFill>
                <a:latin typeface="Times New Roman"/>
                <a:ea typeface="Times New Roman"/>
                <a:cs typeface="Times New Roman"/>
              </a:defRPr>
            </a:lvl2pPr>
            <a:lvl3pPr>
              <a:defRPr sz="2100" b="0">
                <a:solidFill>
                  <a:srgbClr val="111111"/>
                </a:solidFill>
                <a:latin typeface="Times New Roman"/>
                <a:ea typeface="Times New Roman"/>
                <a:cs typeface="Times New Roman"/>
              </a:defRPr>
            </a:lvl3pPr>
            <a:lvl4pPr>
              <a:defRPr sz="2100" b="0">
                <a:solidFill>
                  <a:srgbClr val="111111"/>
                </a:solidFill>
                <a:latin typeface="Times New Roman"/>
                <a:ea typeface="Times New Roman"/>
                <a:cs typeface="Times New Roman"/>
              </a:defRPr>
            </a:lvl4pPr>
            <a:lvl5pPr>
              <a:defRPr sz="2100" b="0">
                <a:solidFill>
                  <a:srgbClr val="111111"/>
                </a:solidFill>
                <a:latin typeface="Times New Roman"/>
                <a:ea typeface="Times New Roman"/>
                <a:cs typeface="Times New Roman"/>
              </a:defRPr>
            </a:lvl5pPr>
            <a:lvl6pPr>
              <a:defRPr sz="2100" b="0">
                <a:solidFill>
                  <a:srgbClr val="111111"/>
                </a:solidFill>
                <a:latin typeface="Times New Roman"/>
                <a:ea typeface="Times New Roman"/>
                <a:cs typeface="Times New Roman"/>
              </a:defRPr>
            </a:lvl6pPr>
            <a:lvl7pPr>
              <a:defRPr sz="2100" b="0">
                <a:solidFill>
                  <a:srgbClr val="111111"/>
                </a:solidFill>
                <a:latin typeface="Times New Roman"/>
                <a:ea typeface="Times New Roman"/>
                <a:cs typeface="Times New Roman"/>
              </a:defRPr>
            </a:lvl7pPr>
            <a:lvl8pPr>
              <a:defRPr sz="2100" b="0">
                <a:solidFill>
                  <a:srgbClr val="111111"/>
                </a:solidFill>
                <a:latin typeface="Times New Roman"/>
                <a:ea typeface="Times New Roman"/>
                <a:cs typeface="Times New Roman"/>
              </a:defRPr>
            </a:lvl8pPr>
            <a:lvl9pPr>
              <a:defRPr sz="2100" b="0">
                <a:solidFill>
                  <a:srgbClr val="111111"/>
                </a:solidFill>
                <a:latin typeface="Times New Roman"/>
                <a:ea typeface="Times New Roman"/>
                <a:cs typeface="Times New Roman"/>
              </a:defRPr>
            </a:lvl9pPr>
          </a:lstStyle>
          <a:p xmlns:a="http://schemas.openxmlformats.org/drawingml/2006/main">
            <a:pPr>
              <a:defRPr sz="2100" b="0">
                <a:solidFill>
                  <a:srgbClr val="111111"/>
                </a:solidFill>
                <a:latin typeface="Times New Roman"/>
                <a:ea typeface="Times New Roman"/>
                <a:cs typeface="Times New Roman"/>
              </a:defRPr>
            </a:pPr>
            <a:r>
              <a:rPr sz="2100" b="0">
                <a:solidFill>
                  <a:srgbClr val="111111"/>
                </a:solidFill>
                <a:latin typeface="Times New Roman"/>
                <a:ea typeface="Times New Roman"/>
                <a:cs typeface="Times New Roman"/>
              </a:rPr>
              <a:t>if (!dirty &amp;&amp; !changed) return false;</a:t>
            </a:r>
          </a:p>
        </p:txBody>
      </p:sp>
      <p:sp>
        <p:nvSpPr>
          <p:cNvPr id="63" name="checks-code-source">
            <a:extLst xmlns:a="http://schemas.openxmlformats.org/drawingml/2006/main">
              <a:ext uri="{FF2B5EF4-FFF2-40B4-BE49-F238E27FC236}">
                <a16:creationId xmlns:a16="http://schemas.microsoft.com/office/drawing/2014/main" id="{0E7871BC-92E0-4262-A45E-740372D1FD82}"/>
              </a:ext>
            </a:extLst>
          </p:cNvPr>
          <p:cNvSpPr>
            <a:spLocks xmlns:a="http://schemas.openxmlformats.org/drawingml/2006/main" noGrp="1"/>
          </p:cNvSpPr>
          <p:nvPr/>
        </p:nvSpPr>
        <p:spPr>
          <a:xfrm xmlns:a="http://schemas.openxmlformats.org/drawingml/2006/main">
            <a:off x="666750" y="50673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00" b="0">
                <a:solidFill>
                  <a:srgbClr val="003366"/>
                </a:solidFill>
                <a:latin typeface="Times New Roman"/>
                <a:ea typeface="Times New Roman"/>
                <a:cs typeface="Times New Roman"/>
              </a:defRPr>
            </a:defPPr>
            <a:lvl1pPr>
              <a:defRPr sz="1600" b="0">
                <a:solidFill>
                  <a:srgbClr val="003366"/>
                </a:solidFill>
                <a:latin typeface="Times New Roman"/>
                <a:ea typeface="Times New Roman"/>
                <a:cs typeface="Times New Roman"/>
              </a:defRPr>
            </a:lvl1pPr>
            <a:lvl2pPr>
              <a:defRPr sz="1600" b="0">
                <a:solidFill>
                  <a:srgbClr val="003366"/>
                </a:solidFill>
                <a:latin typeface="Times New Roman"/>
                <a:ea typeface="Times New Roman"/>
                <a:cs typeface="Times New Roman"/>
              </a:defRPr>
            </a:lvl2pPr>
            <a:lvl3pPr>
              <a:defRPr sz="1600" b="0">
                <a:solidFill>
                  <a:srgbClr val="003366"/>
                </a:solidFill>
                <a:latin typeface="Times New Roman"/>
                <a:ea typeface="Times New Roman"/>
                <a:cs typeface="Times New Roman"/>
              </a:defRPr>
            </a:lvl3pPr>
            <a:lvl4pPr>
              <a:defRPr sz="1600" b="0">
                <a:solidFill>
                  <a:srgbClr val="003366"/>
                </a:solidFill>
                <a:latin typeface="Times New Roman"/>
                <a:ea typeface="Times New Roman"/>
                <a:cs typeface="Times New Roman"/>
              </a:defRPr>
            </a:lvl4pPr>
            <a:lvl5pPr>
              <a:defRPr sz="1600" b="0">
                <a:solidFill>
                  <a:srgbClr val="003366"/>
                </a:solidFill>
                <a:latin typeface="Times New Roman"/>
                <a:ea typeface="Times New Roman"/>
                <a:cs typeface="Times New Roman"/>
              </a:defRPr>
            </a:lvl5pPr>
            <a:lvl6pPr>
              <a:defRPr sz="1600" b="0">
                <a:solidFill>
                  <a:srgbClr val="003366"/>
                </a:solidFill>
                <a:latin typeface="Times New Roman"/>
                <a:ea typeface="Times New Roman"/>
                <a:cs typeface="Times New Roman"/>
              </a:defRPr>
            </a:lvl6pPr>
            <a:lvl7pPr>
              <a:defRPr sz="1600" b="0">
                <a:solidFill>
                  <a:srgbClr val="003366"/>
                </a:solidFill>
                <a:latin typeface="Times New Roman"/>
                <a:ea typeface="Times New Roman"/>
                <a:cs typeface="Times New Roman"/>
              </a:defRPr>
            </a:lvl7pPr>
            <a:lvl8pPr>
              <a:defRPr sz="1600" b="0">
                <a:solidFill>
                  <a:srgbClr val="003366"/>
                </a:solidFill>
                <a:latin typeface="Times New Roman"/>
                <a:ea typeface="Times New Roman"/>
                <a:cs typeface="Times New Roman"/>
              </a:defRPr>
            </a:lvl8pPr>
            <a:lvl9pPr>
              <a:defRPr sz="1600" b="0">
                <a:solidFill>
                  <a:srgbClr val="003366"/>
                </a:solidFill>
                <a:latin typeface="Times New Roman"/>
                <a:ea typeface="Times New Roman"/>
                <a:cs typeface="Times New Roman"/>
              </a:defRPr>
            </a:lvl9pPr>
          </a:lstStyle>
          <a:p xmlns:a="http://schemas.openxmlformats.org/drawingml/2006/main">
            <a:pPr>
              <a:defRPr sz="1600" b="0">
                <a:solidFill>
                  <a:srgbClr val="003366"/>
                </a:solidFill>
                <a:latin typeface="Times New Roman"/>
                <a:ea typeface="Times New Roman"/>
                <a:cs typeface="Times New Roman"/>
              </a:defRPr>
            </a:pPr>
            <a:r>
              <a:rPr sz="1600" b="0">
                <a:solidFill>
                  <a:srgbClr val="003366"/>
                </a:solidFill>
                <a:latin typeface="Times New Roman"/>
                <a:ea typeface="Times New Roman"/>
                <a:cs typeface="Times New Roman"/>
              </a:rPr>
              <a:t>src/vegetation.js: update(now, verticalScale)</a:t>
            </a:r>
          </a:p>
        </p:txBody>
      </p:sp>
      <p:sp>
        <p:nvSpPr>
          <p:cNvPr id="64" name="checks-limits">
            <a:extLst xmlns:a="http://schemas.openxmlformats.org/drawingml/2006/main">
              <a:ext uri="{FF2B5EF4-FFF2-40B4-BE49-F238E27FC236}">
                <a16:creationId xmlns:a16="http://schemas.microsoft.com/office/drawing/2014/main" id="{202C5006-8053-4F7D-A69A-41FB0B766C61}"/>
              </a:ext>
            </a:extLst>
          </p:cNvPr>
          <p:cNvSpPr>
            <a:spLocks xmlns:a="http://schemas.openxmlformats.org/drawingml/2006/main" noGrp="1"/>
          </p:cNvSpPr>
          <p:nvPr/>
        </p:nvSpPr>
        <p:spPr>
          <a:xfrm xmlns:a="http://schemas.openxmlformats.org/drawingml/2006/main">
            <a:off x="476250" y="5991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11111"/>
                </a:solidFill>
                <a:latin typeface="Times New Roman"/>
                <a:ea typeface="Times New Roman"/>
                <a:cs typeface="Times New Roman"/>
              </a:defRPr>
            </a:defPPr>
            <a:lvl1pPr>
              <a:defRPr sz="1800" b="0">
                <a:solidFill>
                  <a:srgbClr val="111111"/>
                </a:solidFill>
                <a:latin typeface="Times New Roman"/>
                <a:ea typeface="Times New Roman"/>
                <a:cs typeface="Times New Roman"/>
              </a:defRPr>
            </a:lvl1pPr>
            <a:lvl2pPr>
              <a:defRPr sz="1800" b="0">
                <a:solidFill>
                  <a:srgbClr val="111111"/>
                </a:solidFill>
                <a:latin typeface="Times New Roman"/>
                <a:ea typeface="Times New Roman"/>
                <a:cs typeface="Times New Roman"/>
              </a:defRPr>
            </a:lvl2pPr>
            <a:lvl3pPr>
              <a:defRPr sz="1800" b="0">
                <a:solidFill>
                  <a:srgbClr val="111111"/>
                </a:solidFill>
                <a:latin typeface="Times New Roman"/>
                <a:ea typeface="Times New Roman"/>
                <a:cs typeface="Times New Roman"/>
              </a:defRPr>
            </a:lvl3pPr>
            <a:lvl4pPr>
              <a:defRPr sz="1800" b="0">
                <a:solidFill>
                  <a:srgbClr val="111111"/>
                </a:solidFill>
                <a:latin typeface="Times New Roman"/>
                <a:ea typeface="Times New Roman"/>
                <a:cs typeface="Times New Roman"/>
              </a:defRPr>
            </a:lvl4pPr>
            <a:lvl5pPr>
              <a:defRPr sz="1800" b="0">
                <a:solidFill>
                  <a:srgbClr val="111111"/>
                </a:solidFill>
                <a:latin typeface="Times New Roman"/>
                <a:ea typeface="Times New Roman"/>
                <a:cs typeface="Times New Roman"/>
              </a:defRPr>
            </a:lvl5pPr>
            <a:lvl6pPr>
              <a:defRPr sz="1800" b="0">
                <a:solidFill>
                  <a:srgbClr val="111111"/>
                </a:solidFill>
                <a:latin typeface="Times New Roman"/>
                <a:ea typeface="Times New Roman"/>
                <a:cs typeface="Times New Roman"/>
              </a:defRPr>
            </a:lvl6pPr>
            <a:lvl7pPr>
              <a:defRPr sz="1800" b="0">
                <a:solidFill>
                  <a:srgbClr val="111111"/>
                </a:solidFill>
                <a:latin typeface="Times New Roman"/>
                <a:ea typeface="Times New Roman"/>
                <a:cs typeface="Times New Roman"/>
              </a:defRPr>
            </a:lvl7pPr>
            <a:lvl8pPr>
              <a:defRPr sz="1800" b="0">
                <a:solidFill>
                  <a:srgbClr val="111111"/>
                </a:solidFill>
                <a:latin typeface="Times New Roman"/>
                <a:ea typeface="Times New Roman"/>
                <a:cs typeface="Times New Roman"/>
              </a:defRPr>
            </a:lvl8pPr>
            <a:lvl9pPr>
              <a:defRPr sz="1800" b="0">
                <a:solidFill>
                  <a:srgbClr val="111111"/>
                </a:solidFill>
                <a:latin typeface="Times New Roman"/>
                <a:ea typeface="Times New Roman"/>
                <a:cs typeface="Times New Roman"/>
              </a:defRPr>
            </a:lvl9pPr>
          </a:lstStyle>
          <a:p xmlns:a="http://schemas.openxmlformats.org/drawingml/2006/main">
            <a:pPr>
              <a:defRPr sz="1800" b="0">
                <a:solidFill>
                  <a:srgbClr val="111111"/>
                </a:solidFill>
                <a:latin typeface="Times New Roman"/>
                <a:ea typeface="Times New Roman"/>
                <a:cs typeface="Times New Roman"/>
              </a:defRPr>
            </a:pPr>
            <a:r>
              <a:rPr sz="1800" b="0">
                <a:solidFill>
                  <a:srgbClr val="111111"/>
                </a:solidFill>
                <a:latin typeface="Times New Roman"/>
                <a:ea typeface="Times New Roman"/>
                <a:cs typeface="Times New Roman"/>
              </a:rPr>
              <a:t>Targeted seam, plant-contact and idle checks completed. Wider testing remains.</a:t>
            </a:r>
          </a:p>
        </p:txBody>
      </p:sp>
    </p:spTree>
    <p:extLst>
      <p:ext uri="{BB962C8B-B14F-4D97-AF65-F5344CB8AC3E}">
        <p14:creationId xmlns:p14="http://schemas.microsoft.com/office/powerpoint/2010/main" val="15044487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矩形 15">
            <a:extLst xmlns:a="http://schemas.openxmlformats.org/drawingml/2006/main">
              <a:ext uri="{FF2B5EF4-FFF2-40B4-BE49-F238E27FC236}">
                <a16:creationId xmlns:a16="http://schemas.microsoft.com/office/drawing/2014/main" id="{B4608A83-0D3A-9902-30A2-BB4622BF4EE5}"/>
              </a:ext>
            </a:extLst>
          </p:cNvPr>
          <p:cNvSpPr>
            <a:spLocks xmlns:a="http://schemas.openxmlformats.org/drawingml/2006/main" noGrp="1"/>
          </p:cNvSpPr>
          <p:nvPr/>
        </p:nvSpPr>
        <p:spPr>
          <a:xfrm xmlns:a="http://schemas.openxmlformats.org/drawingml/2006/main">
            <a:off x="209550" y="123058"/>
            <a:ext cx="8801117"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ctr">
            <a:noAutofit/>
          </a:bodyPr>
          <a:lstStyle xmlns:a="http://schemas.openxmlformats.org/drawingml/2006/main">
            <a:defPPr>
              <a:defRPr sz="3600" b="1">
                <a:solidFill>
                  <a:srgbClr val="000000"/>
                </a:solidFill>
                <a:latin typeface="Times New Roman"/>
                <a:ea typeface="Times New Roman"/>
                <a:cs typeface="Times New Roman"/>
              </a:defRPr>
            </a:defPPr>
            <a:lvl1pPr defTabSz="481013">
              <a:lnSpc>
                <a:spcPct val="90000"/>
              </a:lnSpc>
              <a:spcBef>
                <a:spcPts val="1000"/>
              </a:spcBef>
              <a:buFont typeface="Arial"/>
              <a:buChar char="•"/>
              <a:defRPr sz="2800" b="1">
                <a:solidFill>
                  <a:schemeClr val="tx1"/>
                </a:solidFill>
                <a:latin typeface="Calibri"/>
                <a:ea typeface="Calibri"/>
                <a:cs typeface="Calibri"/>
              </a:defRPr>
            </a:lvl1pPr>
            <a:lvl2pPr marL="742950" indent="-285750" defTabSz="481013">
              <a:lnSpc>
                <a:spcPct val="90000"/>
              </a:lnSpc>
              <a:spcBef>
                <a:spcPts val="500"/>
              </a:spcBef>
              <a:buFont typeface="Arial"/>
              <a:buChar char="•"/>
              <a:defRPr sz="2400" b="1">
                <a:solidFill>
                  <a:schemeClr val="tx1"/>
                </a:solidFill>
                <a:latin typeface="Calibri"/>
                <a:ea typeface="Calibri"/>
                <a:cs typeface="Calibri"/>
              </a:defRPr>
            </a:lvl2pPr>
            <a:lvl3pPr marL="1143000" indent="-228600" defTabSz="481013">
              <a:lnSpc>
                <a:spcPct val="90000"/>
              </a:lnSpc>
              <a:spcBef>
                <a:spcPts val="500"/>
              </a:spcBef>
              <a:buFont typeface="Arial"/>
              <a:buChar char="•"/>
              <a:defRPr sz="2000" b="1">
                <a:solidFill>
                  <a:schemeClr val="tx1"/>
                </a:solidFill>
                <a:latin typeface="Calibri"/>
                <a:ea typeface="Calibri"/>
                <a:cs typeface="Calibri"/>
              </a:defRPr>
            </a:lvl3pPr>
            <a:lvl4pPr marL="1600200" indent="-228600" defTabSz="481013">
              <a:lnSpc>
                <a:spcPct val="90000"/>
              </a:lnSpc>
              <a:spcBef>
                <a:spcPts val="500"/>
              </a:spcBef>
              <a:buFont typeface="Arial"/>
              <a:buChar char="•"/>
              <a:defRPr sz="3600" b="1">
                <a:solidFill>
                  <a:schemeClr val="tx1"/>
                </a:solidFill>
                <a:latin typeface="Calibri"/>
                <a:ea typeface="Calibri"/>
                <a:cs typeface="Calibri"/>
              </a:defRPr>
            </a:lvl4pPr>
            <a:lvl5pPr marL="2057400" indent="-228600" defTabSz="481013">
              <a:lnSpc>
                <a:spcPct val="90000"/>
              </a:lnSpc>
              <a:spcBef>
                <a:spcPts val="500"/>
              </a:spcBef>
              <a:buFont typeface="Arial"/>
              <a:buChar char="•"/>
              <a:defRPr sz="3600" b="1">
                <a:solidFill>
                  <a:schemeClr val="tx1"/>
                </a:solidFill>
                <a:latin typeface="Calibri"/>
                <a:ea typeface="Calibri"/>
                <a:cs typeface="Calibri"/>
              </a:defRPr>
            </a:lvl5pPr>
            <a:lvl6pPr marL="25146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6pPr>
            <a:lvl7pPr marL="29718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7pPr>
            <a:lvl8pPr marL="34290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8pPr>
            <a:lvl9pPr marL="3886200" indent="-228600" defTabSz="481013">
              <a:lnSpc>
                <a:spcPct val="90000"/>
              </a:lnSpc>
              <a:spcBef>
                <a:spcPts val="500"/>
              </a:spcBef>
              <a:spcAft>
                <a:spcPct val="0"/>
              </a:spcAft>
              <a:buFont typeface="Arial"/>
              <a:buChar char="•"/>
              <a:defRPr sz="3600" b="1">
                <a:solidFill>
                  <a:schemeClr val="tx1"/>
                </a:solidFill>
                <a:latin typeface="Calibri"/>
                <a:ea typeface="Calibri"/>
                <a:cs typeface="Calibri"/>
              </a:defRPr>
            </a:lvl9pPr>
          </a:lstStyle>
          <a:p xmlns:a="http://schemas.openxmlformats.org/drawingml/2006/main">
            <a:pPr>
              <a:lnSpc>
                <a:spcPct val="100000"/>
              </a:lnSpc>
              <a:spcBef>
                <a:spcPct val="0"/>
              </a:spcBef>
              <a:buFontTx/>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Remaining Work</a:t>
            </a:r>
          </a:p>
        </p:txBody>
      </p:sp>
      <p:sp>
        <p:nvSpPr>
          <p:cNvPr id="11" name="矩形 10">
            <a:extLst xmlns:a="http://schemas.openxmlformats.org/drawingml/2006/main">
              <a:ext uri="{FF2B5EF4-FFF2-40B4-BE49-F238E27FC236}">
                <a16:creationId xmlns:a16="http://schemas.microsoft.com/office/drawing/2014/main" id="{857BF76B-2A55-E758-89A9-21D69CC50E9B}"/>
              </a:ext>
            </a:extLst>
          </p:cNvPr>
          <p:cNvSpPr>
            <a:spLocks xmlns:a="http://schemas.openxmlformats.org/drawingml/2006/main" noGrp="1"/>
          </p:cNvSpPr>
          <p:nvPr/>
        </p:nvSpPr>
        <p:spPr>
          <a:xfrm xmlns:a="http://schemas.openxmlformats.org/drawingml/2006/main" rot="0" flipH="0" flipV="0">
            <a:off x="0" y="805831"/>
            <a:ext cx="3754086" cy="144129"/>
          </a:xfrm>
          <a:prstGeom xmlns:a="http://schemas.openxmlformats.org/drawingml/2006/main" prst="rect">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直接连接符 11">
            <a:extLst xmlns:a="http://schemas.openxmlformats.org/drawingml/2006/main">
              <a:ext uri="{FF2B5EF4-FFF2-40B4-BE49-F238E27FC236}">
                <a16:creationId xmlns:a16="http://schemas.microsoft.com/office/drawing/2014/main" id="{65B30DED-6831-490A-94BC-76E433CABC26}"/>
              </a:ext>
            </a:extLst>
          </p:cNvPr>
          <p:cNvSpPr>
            <a:spLocks xmlns:a="http://schemas.openxmlformats.org/drawingml/2006/main" noGrp="1"/>
          </p:cNvSpPr>
          <p:nvPr/>
        </p:nvSpPr>
        <p:spPr>
          <a:xfrm xmlns:a="http://schemas.openxmlformats.org/drawingml/2006/main" rot="0" flipH="0" flipV="1">
            <a:off x="3745035" y="785813"/>
            <a:ext cx="4945482" cy="12010"/>
          </a:xfrm>
          <a:prstGeom xmlns:a="http://schemas.openxmlformats.org/drawingml/2006/main" prst="line">
            <a:avLst/>
          </a:prstGeom>
          <a:solidFill xmlns:a="http://schemas.openxmlformats.org/drawingml/2006/main">
            <a:srgbClr val="054C92"/>
          </a:solidFill>
          <a:ln xmlns:a="http://schemas.openxmlformats.org/drawingml/2006/main">
            <a:solidFill>
              <a:srgbClr val="054C9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56" name="图片 55">
            <a:extLst xmlns:a="http://schemas.openxmlformats.org/drawingml/2006/main">
              <a:ext uri="{FF2B5EF4-FFF2-40B4-BE49-F238E27FC236}">
                <a16:creationId xmlns:a16="http://schemas.microsoft.com/office/drawing/2014/main" id="{6C8B9D89-7EEB-4C08-98A5-80023BA24C9F}"/>
              </a:ext>
            </a:extLst>
          </p:cNvPr>
          <p:cNvPicPr>
            <a:picLocks xmlns:a="http://schemas.openxmlformats.org/drawingml/2006/main" noChangeAspect="1"/>
          </p:cNvPicPr>
          <p:nvPr/>
        </p:nvPicPr>
        <p:blipFill>
          <a:blip xmlns:r="http://schemas.openxmlformats.org/officeDocument/2006/relationships" xmlns:a="http://schemas.openxmlformats.org/drawingml/2006/main" r:embed="R7913ff68bff74aa2">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9115620" y="53987"/>
            <a:ext cx="2945272" cy="1212758"/>
          </a:xfrm>
          <a:prstGeom xmlns:a="http://schemas.openxmlformats.org/drawingml/2006/main" prst="rect">
            <a:avLst/>
          </a:prstGeom>
        </p:spPr>
      </p:pic>
      <p:graphicFrame>
        <p:nvGraphicFramePr>
          <p:cNvPr id="3" name="表格 2">
            <a:extLst xmlns:a="http://schemas.openxmlformats.org/drawingml/2006/main">
              <a:ext uri="{FF2B5EF4-FFF2-40B4-BE49-F238E27FC236}">
                <a16:creationId xmlns:a16="http://schemas.microsoft.com/office/drawing/2014/main" id="{40C7572C-8527-4FCB-9197-5150A3AA1203}"/>
              </a:ext>
            </a:extLst>
          </p:cNvPr>
          <p:cNvGraphicFramePr/>
          <p:nvPr/>
        </p:nvGraphicFramePr>
        <p:xfrm>
          <a:off xmlns:a="http://schemas.openxmlformats.org/drawingml/2006/main" x="124757" y="1241814"/>
          <a:ext xmlns:a="http://schemas.openxmlformats.org/drawingml/2006/main" cx="11936137" cy="5526433"/>
        </p:xfrm>
        <a:graphic xmlns:a="http://schemas.openxmlformats.org/drawingml/2006/main">
          <a:graphicData uri="http://schemas.openxmlformats.org/drawingml/2006/table">
            <a:tbl>
              <a:tblPr>
                <a:tableStyleId>{5C22544A-7EE6-4342-B048-85BDC9FD1C3A}</a:tableStyleId>
              </a:tblPr>
              <a:tblGrid>
                <a:gridCol w="2351155"/>
                <a:gridCol w="3362474"/>
                <a:gridCol w="4541272"/>
                <a:gridCol w="1681236"/>
              </a:tblGrid>
              <a:tr h="381000">
                <a:tc>
                  <a:txBody>
                    <a:bodyPr>
                      <a:noAutofit/>
                    </a:bodyPr>
                    <a:lstStyle/>
                    <a:p>
                      <a:pPr algn="ctr">
                        <a:buNone/>
                      </a:pPr>
                      <a:r>
                        <a:rPr sz="1650" b="1">
                          <a:solidFill>
                            <a:srgbClr val="111111"/>
                          </a:solidFill>
                          <a:latin typeface="Times New Roman"/>
                          <a:ea typeface="Times New Roman"/>
                          <a:cs typeface="Times New Roman"/>
                        </a:rPr>
                        <a:t>Area</a:t>
                      </a:r>
                    </a:p>
                  </a:txBody>
                  <a:tcPr marL="59607" marR="59607" marT="29804" marB="29804" anchor="ctr">
                    <a:lnL w="12700" cmpd="sng">
                      <a:noFill/>
                    </a:lnL>
                    <a:lnR w="12700" cmpd="sng">
                      <a:noFill/>
                    </a:lnR>
                    <a:lnT w="19050" cmpd="sng">
                      <a:solidFill>
                        <a:schemeClr val="tx1"/>
                      </a:solidFill>
                      <a:prstDash val="solid"/>
                    </a:lnT>
                    <a:lnB w="9525" cmpd="sng">
                      <a:solidFill>
                        <a:schemeClr val="tx1"/>
                      </a:solidFill>
                      <a:prstDash val="solid"/>
                    </a:lnB>
                    <a:lnTlToBr w="12700" cmpd="sng">
                      <a:noFill/>
                      <a:prstDash val="solid"/>
                    </a:lnTlToBr>
                    <a:lnBlToTr w="12700" cmpd="sng">
                      <a:noFill/>
                      <a:prstDash val="solid"/>
                    </a:lnBlToTr>
                    <a:solidFill>
                      <a:srgbClr val="DCEAF7">
                        <a:alpha val="74902"/>
                      </a:srgbClr>
                    </a:solidFill>
                  </a:tcPr>
                </a:tc>
                <a:tc>
                  <a:txBody>
                    <a:bodyPr>
                      <a:noAutofit/>
                    </a:bodyPr>
                    <a:lstStyle/>
                    <a:p>
                      <a:pPr algn="ctr">
                        <a:buNone/>
                      </a:pPr>
                      <a:r>
                        <a:rPr sz="1650" b="1">
                          <a:solidFill>
                            <a:srgbClr val="111111"/>
                          </a:solidFill>
                          <a:latin typeface="Times New Roman"/>
                          <a:ea typeface="Times New Roman"/>
                          <a:cs typeface="Times New Roman"/>
                        </a:rPr>
                        <a:t>Remaining programming work</a:t>
                      </a:r>
                    </a:p>
                  </a:txBody>
                  <a:tcPr marL="59607" marR="59607" marT="29804" marB="29804" anchor="ctr">
                    <a:lnL w="12700" cmpd="sng">
                      <a:noFill/>
                    </a:lnL>
                    <a:lnR w="12700" cmpd="sng">
                      <a:noFill/>
                    </a:lnR>
                    <a:lnT w="19050" cmpd="sng">
                      <a:solidFill>
                        <a:schemeClr val="tx1"/>
                      </a:solidFill>
                      <a:prstDash val="solid"/>
                    </a:lnT>
                    <a:lnB w="9525" cmpd="sng">
                      <a:solidFill>
                        <a:schemeClr val="tx1"/>
                      </a:solidFill>
                      <a:prstDash val="solid"/>
                    </a:lnB>
                    <a:lnTlToBr w="12700" cmpd="sng">
                      <a:noFill/>
                      <a:prstDash val="solid"/>
                    </a:lnTlToBr>
                    <a:lnBlToTr w="12700" cmpd="sng">
                      <a:noFill/>
                      <a:prstDash val="solid"/>
                    </a:lnBlToTr>
                    <a:solidFill>
                      <a:srgbClr val="DCEAF7">
                        <a:alpha val="74902"/>
                      </a:srgbClr>
                    </a:solidFill>
                  </a:tcPr>
                </a:tc>
                <a:tc>
                  <a:txBody>
                    <a:bodyPr>
                      <a:noAutofit/>
                    </a:bodyPr>
                    <a:lstStyle/>
                    <a:p>
                      <a:pPr algn="ctr">
                        <a:buNone/>
                      </a:pPr>
                      <a:r>
                        <a:rPr sz="1650" b="1">
                          <a:solidFill>
                            <a:srgbClr val="111111"/>
                          </a:solidFill>
                          <a:latin typeface="Times New Roman"/>
                          <a:ea typeface="Times New Roman"/>
                          <a:cs typeface="Times New Roman"/>
                        </a:rPr>
                        <a:t>Acceptance focus</a:t>
                      </a:r>
                    </a:p>
                  </a:txBody>
                  <a:tcPr marL="59607" marR="59607" marT="29804" marB="29804" anchor="ctr">
                    <a:lnL w="12700" cmpd="sng">
                      <a:noFill/>
                    </a:lnL>
                    <a:lnR w="12700" cmpd="sng">
                      <a:noFill/>
                    </a:lnR>
                    <a:lnT w="19050" cmpd="sng">
                      <a:solidFill>
                        <a:schemeClr val="tx1"/>
                      </a:solidFill>
                      <a:prstDash val="solid"/>
                    </a:lnT>
                    <a:lnB w="9525" cmpd="sng">
                      <a:solidFill>
                        <a:schemeClr val="tx1"/>
                      </a:solidFill>
                      <a:prstDash val="solid"/>
                    </a:lnB>
                    <a:lnTlToBr w="12700" cmpd="sng">
                      <a:noFill/>
                      <a:prstDash val="solid"/>
                    </a:lnTlToBr>
                    <a:lnBlToTr w="12700" cmpd="sng">
                      <a:noFill/>
                      <a:prstDash val="solid"/>
                    </a:lnBlToTr>
                    <a:solidFill>
                      <a:srgbClr val="DCEAF7">
                        <a:alpha val="74902"/>
                      </a:srgbClr>
                    </a:solidFill>
                  </a:tcPr>
                </a:tc>
                <a:tc>
                  <a:txBody>
                    <a:bodyPr>
                      <a:noAutofit/>
                    </a:bodyPr>
                    <a:lstStyle/>
                    <a:p>
                      <a:pPr algn="ctr">
                        <a:buNone/>
                      </a:pPr>
                      <a:r>
                        <a:rPr sz="1650" b="1">
                          <a:solidFill>
                            <a:srgbClr val="111111"/>
                          </a:solidFill>
                          <a:latin typeface="Times New Roman"/>
                          <a:ea typeface="Times New Roman"/>
                          <a:cs typeface="Times New Roman"/>
                        </a:rPr>
                        <a:t>Timing</a:t>
                      </a:r>
                      <a:endParaRPr sz="1600" b="1">
                        <a:latin typeface="Times"/>
                        <a:ea typeface="Times"/>
                        <a:cs typeface="Times"/>
                      </a:endParaRPr>
                    </a:p>
                  </a:txBody>
                  <a:tcPr marL="59607" marR="59607" marT="29804" marB="29804" anchor="ctr">
                    <a:lnL w="12700" cmpd="sng">
                      <a:noFill/>
                    </a:lnL>
                    <a:lnR w="12700" cmpd="sng">
                      <a:noFill/>
                    </a:lnR>
                    <a:lnT w="19050" cmpd="sng">
                      <a:solidFill>
                        <a:schemeClr val="tx1"/>
                      </a:solidFill>
                      <a:prstDash val="solid"/>
                    </a:lnT>
                    <a:lnB w="9525" cmpd="sng">
                      <a:solidFill>
                        <a:schemeClr val="tx1"/>
                      </a:solidFill>
                      <a:prstDash val="solid"/>
                    </a:lnB>
                    <a:lnTlToBr w="12700" cmpd="sng">
                      <a:noFill/>
                      <a:prstDash val="solid"/>
                    </a:lnTlToBr>
                    <a:lnBlToTr w="12700" cmpd="sng">
                      <a:noFill/>
                      <a:prstDash val="solid"/>
                    </a:lnBlToTr>
                    <a:solidFill>
                      <a:srgbClr val="DCEAF7">
                        <a:alpha val="74902"/>
                      </a:srgbClr>
                    </a:solidFill>
                  </a:tcPr>
                </a:tc>
              </a:tr>
              <a:tr h="714375">
                <a:tc>
                  <a:txBody>
                    <a:bodyPr>
                      <a:noAutofit/>
                    </a:bodyPr>
                    <a:lstStyle/>
                    <a:p>
                      <a:pPr indent="0" algn="ctr">
                        <a:buNone/>
                      </a:pPr>
                      <a:r>
                        <a:rPr sz="1650" b="1">
                          <a:solidFill>
                            <a:srgbClr val="111111"/>
                          </a:solidFill>
                          <a:latin typeface="Times New Roman"/>
                          <a:ea typeface="Times New Roman"/>
                          <a:cs typeface="Times New Roman"/>
                        </a:rPr>
                        <a:t>Geometry</a:t>
                      </a:r>
                    </a:p>
                  </a:txBody>
                  <a:tcPr marL="59607" marR="59607" marT="29804" marB="29804" anchor="ctr">
                    <a:lnL w="12700" cmpd="sng">
                      <a:noFill/>
                    </a:lnL>
                    <a:lnR w="12700" cmpd="sng">
                      <a:noFill/>
                    </a:lnR>
                    <a:lnT w="9525" cmpd="sng">
                      <a:solidFill>
                        <a:schemeClr val="tx1"/>
                      </a:solidFill>
                      <a:prstDash val="solid"/>
                    </a:lnT>
                    <a:lnB w="12700" cmpd="sng">
                      <a:noFill/>
                    </a:lnB>
                    <a:lnTlToBr w="12700" cmpd="sng">
                      <a:noFill/>
                      <a:prstDash val="solid"/>
                    </a:lnTlToBr>
                    <a:lnBlToTr w="12700" cmpd="sng">
                      <a:noFill/>
                      <a:prstDash val="solid"/>
                    </a:lnBlToTr>
                    <a:noFill/>
                  </a:tcPr>
                </a:tc>
                <a:tc>
                  <a:txBody>
                    <a:bodyPr>
                      <a:noAutofit/>
                    </a:bodyPr>
                    <a:lstStyle/>
                    <a:p>
                      <a:pPr indent="457200" algn="ctr">
                        <a:buNone/>
                      </a:pPr>
                      <a:r>
                        <a:rPr sz="1650" b="0">
                          <a:solidFill>
                            <a:srgbClr val="111111"/>
                          </a:solidFill>
                          <a:latin typeface="Times New Roman"/>
                          <a:ea typeface="Times New Roman"/>
                          <a:cs typeface="Times New Roman"/>
                        </a:rPr>
                        <a:t>Long routes and missing-input fallback</a:t>
                      </a:r>
                    </a:p>
                  </a:txBody>
                  <a:tcPr marL="59607" marR="59607" marT="29804" marB="29804" anchor="ctr">
                    <a:lnL w="12700" cmpd="sng">
                      <a:noFill/>
                    </a:lnL>
                    <a:lnR w="12700" cmpd="sng">
                      <a:noFill/>
                    </a:lnR>
                    <a:lnT w="9525" cmpd="sng">
                      <a:solidFill>
                        <a:schemeClr val="tx1"/>
                      </a:solidFill>
                      <a:prstDash val="solid"/>
                    </a:lnT>
                    <a:lnB w="12700" cmpd="sng">
                      <a:noFill/>
                    </a:lnB>
                    <a:lnTlToBr w="12700" cmpd="sng">
                      <a:noFill/>
                      <a:prstDash val="solid"/>
                    </a:lnTlToBr>
                    <a:lnBlToTr w="12700" cmpd="sng">
                      <a:noFill/>
                      <a:prstDash val="solid"/>
                    </a:lnBlToTr>
                    <a:noFill/>
                  </a:tcPr>
                </a:tc>
                <a:tc>
                  <a:txBody>
                    <a:bodyPr>
                      <a:noAutofit/>
                    </a:bodyPr>
                    <a:lstStyle/>
                    <a:p>
                      <a:pPr indent="0" algn="ctr">
                        <a:buNone/>
                      </a:pPr>
                      <a:r>
                        <a:rPr sz="1650" b="0">
                          <a:solidFill>
                            <a:srgbClr val="111111"/>
                          </a:solidFill>
                          <a:latin typeface="Times New Roman"/>
                          <a:ea typeface="Times New Roman"/>
                          <a:cs typeface="Times New Roman"/>
                        </a:rPr>
                        <a:t>Coverage and mixed-detail seams</a:t>
                      </a:r>
                    </a:p>
                  </a:txBody>
                  <a:tcPr marL="59607" marR="59607" marT="29804" marB="29804" anchor="ctr">
                    <a:lnL w="12700" cmpd="sng">
                      <a:noFill/>
                    </a:lnL>
                    <a:lnR w="12700" cmpd="sng">
                      <a:noFill/>
                    </a:lnR>
                    <a:lnT w="9525" cmpd="sng">
                      <a:solidFill>
                        <a:schemeClr val="tx1"/>
                      </a:solidFill>
                      <a:prstDash val="solid"/>
                    </a:lnT>
                    <a:lnB w="12700" cmpd="sng">
                      <a:noFill/>
                    </a:lnB>
                    <a:lnTlToBr w="12700" cmpd="sng">
                      <a:noFill/>
                      <a:prstDash val="solid"/>
                    </a:lnTlToBr>
                    <a:lnBlToTr w="12700" cmpd="sng">
                      <a:noFill/>
                      <a:prstDash val="solid"/>
                    </a:lnBlToTr>
                    <a:noFill/>
                  </a:tcPr>
                </a:tc>
                <a:tc>
                  <a:txBody>
                    <a:bodyPr>
                      <a:noAutofit/>
                    </a:bodyPr>
                    <a:lstStyle/>
                    <a:p>
                      <a:pPr indent="0" algn="ctr">
                        <a:buNone/>
                      </a:pPr>
                      <a:r>
                        <a:rPr sz="1650" b="0">
                          <a:solidFill>
                            <a:srgbClr val="111111"/>
                          </a:solidFill>
                          <a:latin typeface="Times New Roman"/>
                          <a:ea typeface="Times New Roman"/>
                          <a:cs typeface="Times New Roman"/>
                        </a:rPr>
                        <a:t>Before final</a:t>
                      </a:r>
                      <a:endParaRPr sz="1600" b="1">
                        <a:solidFill>
                          <a:schemeClr val="accent3"/>
                        </a:solidFill>
                        <a:latin typeface="Times"/>
                        <a:ea typeface="Times"/>
                        <a:cs typeface="Times"/>
                      </a:endParaRPr>
                    </a:p>
                  </a:txBody>
                  <a:tcPr marL="59607" marR="59607" marT="29804" marB="29804" anchor="ctr">
                    <a:lnL w="12700" cmpd="sng">
                      <a:noFill/>
                    </a:lnL>
                    <a:lnR w="12700" cmpd="sng">
                      <a:noFill/>
                    </a:lnR>
                    <a:lnT w="9525" cmpd="sng">
                      <a:solidFill>
                        <a:schemeClr val="tx1"/>
                      </a:solidFill>
                      <a:prstDash val="solid"/>
                    </a:lnT>
                    <a:lnB w="12700" cmpd="sng">
                      <a:noFill/>
                    </a:lnB>
                    <a:lnTlToBr w="12700" cmpd="sng">
                      <a:noFill/>
                      <a:prstDash val="solid"/>
                    </a:lnTlToBr>
                    <a:lnBlToTr w="12700" cmpd="sng">
                      <a:noFill/>
                      <a:prstDash val="solid"/>
                    </a:lnBlToTr>
                    <a:noFill/>
                  </a:tcPr>
                </a:tc>
              </a:tr>
              <a:tr h="714375">
                <a:tc>
                  <a:txBody>
                    <a:bodyPr>
                      <a:noAutofit/>
                    </a:bodyPr>
                    <a:lstStyle/>
                    <a:p>
                      <a:pPr indent="0" algn="ctr">
                        <a:buNone/>
                      </a:pPr>
                      <a:r>
                        <a:rPr sz="1650" b="1">
                          <a:solidFill>
                            <a:srgbClr val="111111"/>
                          </a:solidFill>
                          <a:latin typeface="Times New Roman"/>
                          <a:ea typeface="Times New Roman"/>
                          <a:cs typeface="Times New Roman"/>
                        </a:rPr>
                        <a:t>Materials / plants</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noAutofit/>
                    </a:bodyPr>
                    <a:lstStyle/>
                    <a:p>
                      <a:pPr indent="457200" algn="ctr">
                        <a:buNone/>
                      </a:pPr>
                      <a:r>
                        <a:rPr sz="1650" b="0">
                          <a:solidFill>
                            <a:srgbClr val="111111"/>
                          </a:solidFill>
                          <a:latin typeface="Times New Roman"/>
                          <a:ea typeface="Times New Roman"/>
                          <a:cs typeface="Times New Roman"/>
                        </a:rPr>
                        <a:t>Refine distant transitions and shore appearance</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noAutofit/>
                    </a:bodyPr>
                    <a:lstStyle/>
                    <a:p>
                      <a:pPr indent="0" algn="ctr">
                        <a:buNone/>
                      </a:pPr>
                      <a:r>
                        <a:rPr sz="1650" b="0">
                          <a:solidFill>
                            <a:srgbClr val="111111"/>
                          </a:solidFill>
                          <a:latin typeface="Times New Roman"/>
                          <a:ea typeface="Times New Roman"/>
                          <a:cs typeface="Times New Roman"/>
                        </a:rPr>
                        <a:t>Shallow angles and difficult light</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noAutofit/>
                    </a:bodyPr>
                    <a:lstStyle/>
                    <a:p>
                      <a:pPr indent="0" algn="ctr">
                        <a:buNone/>
                      </a:pPr>
                      <a:r>
                        <a:rPr sz="1650" b="0">
                          <a:solidFill>
                            <a:srgbClr val="111111"/>
                          </a:solidFill>
                          <a:latin typeface="Times New Roman"/>
                          <a:ea typeface="Times New Roman"/>
                          <a:cs typeface="Times New Roman"/>
                        </a:rPr>
                        <a:t>Before final</a:t>
                      </a:r>
                      <a:endParaRPr sz="1600" b="1">
                        <a:latin typeface="Times"/>
                        <a:ea typeface="Times"/>
                        <a:cs typeface="Times"/>
                      </a:endParaRP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r>
              <a:tr h="714375">
                <a:tc>
                  <a:txBody>
                    <a:bodyPr>
                      <a:noAutofit/>
                    </a:bodyPr>
                    <a:lstStyle/>
                    <a:p>
                      <a:pPr indent="0" algn="ctr">
                        <a:buNone/>
                      </a:pPr>
                      <a:r>
                        <a:rPr sz="1650" b="1">
                          <a:solidFill>
                            <a:srgbClr val="111111"/>
                          </a:solidFill>
                          <a:latin typeface="Times New Roman"/>
                          <a:ea typeface="Times New Roman"/>
                          <a:cs typeface="Times New Roman"/>
                        </a:rPr>
                        <a:t>Animation</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noAutofit/>
                    </a:bodyPr>
                    <a:lstStyle/>
                    <a:p>
                      <a:pPr indent="457200" algn="ctr">
                        <a:buNone/>
                      </a:pPr>
                      <a:r>
                        <a:rPr sz="1650" b="0">
                          <a:solidFill>
                            <a:srgbClr val="111111"/>
                          </a:solidFill>
                          <a:latin typeface="Times New Roman"/>
                          <a:ea typeface="Times New Roman"/>
                          <a:cs typeface="Times New Roman"/>
                        </a:rPr>
                        <a:t>Refine foam, weather and effect transitions</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noAutofit/>
                    </a:bodyPr>
                    <a:lstStyle/>
                    <a:p>
                      <a:pPr indent="0" algn="ctr">
                        <a:buNone/>
                      </a:pPr>
                      <a:r>
                        <a:rPr sz="1650" b="0">
                          <a:solidFill>
                            <a:srgbClr val="111111"/>
                          </a:solidFill>
                          <a:latin typeface="Times New Roman"/>
                          <a:ea typeface="Times New Roman"/>
                          <a:cs typeface="Times New Roman"/>
                        </a:rPr>
                        <a:t>Coast and day/night combinations</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noAutofit/>
                    </a:bodyPr>
                    <a:lstStyle/>
                    <a:p>
                      <a:pPr indent="0" algn="ctr">
                        <a:buNone/>
                      </a:pPr>
                      <a:r>
                        <a:rPr sz="1650" b="0">
                          <a:solidFill>
                            <a:srgbClr val="111111"/>
                          </a:solidFill>
                          <a:latin typeface="Times New Roman"/>
                          <a:ea typeface="Times New Roman"/>
                          <a:cs typeface="Times New Roman"/>
                        </a:rPr>
                        <a:t>Before final</a:t>
                      </a:r>
                      <a:endParaRPr sz="1600" b="1">
                        <a:latin typeface="Times"/>
                        <a:ea typeface="Times"/>
                        <a:cs typeface="Times"/>
                      </a:endParaRP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14375">
                <a:tc>
                  <a:txBody>
                    <a:bodyPr>
                      <a:noAutofit/>
                    </a:bodyPr>
                    <a:lstStyle/>
                    <a:p>
                      <a:pPr indent="0" algn="ctr">
                        <a:buNone/>
                      </a:pPr>
                      <a:r>
                        <a:rPr sz="1650" b="1">
                          <a:solidFill>
                            <a:srgbClr val="111111"/>
                          </a:solidFill>
                          <a:latin typeface="Times New Roman"/>
                          <a:ea typeface="Times New Roman"/>
                          <a:cs typeface="Times New Roman"/>
                        </a:rPr>
                        <a:t>Performance</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noAutofit/>
                    </a:bodyPr>
                    <a:lstStyle/>
                    <a:p>
                      <a:pPr indent="457200" algn="ctr">
                        <a:buNone/>
                      </a:pPr>
                      <a:r>
                        <a:rPr sz="1650" b="0">
                          <a:solidFill>
                            <a:srgbClr val="111111"/>
                          </a:solidFill>
                          <a:latin typeface="Times New Roman"/>
                          <a:ea typeface="Times New Roman"/>
                          <a:cs typeface="Times New Roman"/>
                        </a:rPr>
                        <a:t>Sustained runs across devices and browsers</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noAutofit/>
                    </a:bodyPr>
                    <a:lstStyle/>
                    <a:p>
                      <a:pPr indent="0" algn="ctr">
                        <a:buNone/>
                      </a:pPr>
                      <a:r>
                        <a:rPr sz="1650" b="0">
                          <a:solidFill>
                            <a:srgbClr val="111111"/>
                          </a:solidFill>
                          <a:latin typeface="Times New Roman"/>
                          <a:ea typeface="Times New Roman"/>
                          <a:cs typeface="Times New Roman"/>
                        </a:rPr>
                        <a:t>Frame time, caches and memory</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noAutofit/>
                    </a:bodyPr>
                    <a:lstStyle/>
                    <a:p>
                      <a:pPr indent="0" algn="ctr">
                        <a:buNone/>
                      </a:pPr>
                      <a:r>
                        <a:rPr sz="1650" b="0">
                          <a:solidFill>
                            <a:srgbClr val="111111"/>
                          </a:solidFill>
                          <a:latin typeface="Times New Roman"/>
                          <a:ea typeface="Times New Roman"/>
                          <a:cs typeface="Times New Roman"/>
                        </a:rPr>
                        <a:t>Before final</a:t>
                      </a:r>
                      <a:endParaRPr sz="1600" b="1">
                        <a:latin typeface="Times"/>
                        <a:ea typeface="Times"/>
                        <a:cs typeface="Times"/>
                      </a:endParaRP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r>
              <a:tr h="714375">
                <a:tc>
                  <a:txBody>
                    <a:bodyPr>
                      <a:noAutofit/>
                    </a:bodyPr>
                    <a:lstStyle/>
                    <a:p>
                      <a:pPr indent="0" algn="ctr">
                        <a:buNone/>
                      </a:pPr>
                      <a:r>
                        <a:rPr sz="1650" b="1">
                          <a:solidFill>
                            <a:srgbClr val="111111"/>
                          </a:solidFill>
                          <a:latin typeface="Times New Roman"/>
                          <a:ea typeface="Times New Roman"/>
                          <a:cs typeface="Times New Roman"/>
                        </a:rPr>
                        <a:t>Final slides</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noAutofit/>
                    </a:bodyPr>
                    <a:lstStyle/>
                    <a:p>
                      <a:pPr indent="457200" algn="ctr">
                        <a:buNone/>
                      </a:pPr>
                      <a:r>
                        <a:rPr sz="1650" b="0">
                          <a:solidFill>
                            <a:srgbClr val="111111"/>
                          </a:solidFill>
                          <a:latin typeface="Times New Roman"/>
                          <a:ea typeface="Times New Roman"/>
                          <a:cs typeface="Times New Roman"/>
                        </a:rPr>
                        <a:t>Demonstration and presentation</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noAutofit/>
                    </a:bodyPr>
                    <a:lstStyle/>
                    <a:p>
                      <a:pPr indent="0" algn="ctr">
                        <a:buNone/>
                      </a:pPr>
                      <a:r>
                        <a:rPr sz="1650" b="0">
                          <a:solidFill>
                            <a:srgbClr val="111111"/>
                          </a:solidFill>
                          <a:latin typeface="Times New Roman"/>
                          <a:ea typeface="Times New Roman"/>
                          <a:cs typeface="Times New Roman"/>
                        </a:rPr>
                        <a:t>Explain completed graphics work</a:t>
                      </a: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noAutofit/>
                    </a:bodyPr>
                    <a:lstStyle/>
                    <a:p>
                      <a:pPr indent="0" algn="ctr">
                        <a:buNone/>
                      </a:pPr>
                      <a:r>
                        <a:rPr sz="1650" b="0">
                          <a:solidFill>
                            <a:srgbClr val="111111"/>
                          </a:solidFill>
                          <a:latin typeface="Times New Roman"/>
                          <a:ea typeface="Times New Roman"/>
                          <a:cs typeface="Times New Roman"/>
                        </a:rPr>
                        <a:t>22 Nov</a:t>
                      </a:r>
                      <a:endParaRPr sz="1600" b="1">
                        <a:latin typeface="Times"/>
                        <a:ea typeface="Times"/>
                        <a:cs typeface="Times"/>
                      </a:endParaRPr>
                    </a:p>
                  </a:txBody>
                  <a:tcPr marL="59607" marR="59607" marT="29804" marB="2980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14375">
                <a:tc>
                  <a:txBody>
                    <a:bodyPr>
                      <a:noAutofit/>
                    </a:bodyPr>
                    <a:lstStyle/>
                    <a:p>
                      <a:pPr indent="0" algn="ctr">
                        <a:buNone/>
                      </a:pPr>
                      <a:r>
                        <a:rPr sz="1650" b="1">
                          <a:solidFill>
                            <a:srgbClr val="111111"/>
                          </a:solidFill>
                          <a:latin typeface="Times New Roman"/>
                          <a:ea typeface="Times New Roman"/>
                          <a:cs typeface="Times New Roman"/>
                        </a:rPr>
                        <a:t>Report and code</a:t>
                      </a:r>
                    </a:p>
                  </a:txBody>
                  <a:tcPr marL="59607" marR="59607" marT="29804" marB="29804" anchor="ctr">
                    <a:lnL w="12700" cmpd="sng">
                      <a:noFill/>
                    </a:lnL>
                    <a:lnR w="12700" cmpd="sng">
                      <a:noFill/>
                    </a:lnR>
                    <a:lnT w="12700" cmpd="sng">
                      <a:noFill/>
                    </a:lnT>
                    <a:lnB w="19050" cmpd="sng">
                      <a:solidFill>
                        <a:schemeClr val="tx1"/>
                      </a:solidFill>
                      <a:prstDash val="solid"/>
                    </a:lnB>
                    <a:lnTlToBr w="12700" cmpd="sng">
                      <a:noFill/>
                      <a:prstDash val="solid"/>
                    </a:lnTlToBr>
                    <a:lnBlToTr w="12700" cmpd="sng">
                      <a:noFill/>
                      <a:prstDash val="solid"/>
                    </a:lnBlToTr>
                    <a:solidFill>
                      <a:schemeClr val="bg1">
                        <a:lumMod val="95000"/>
                      </a:schemeClr>
                    </a:solidFill>
                  </a:tcPr>
                </a:tc>
                <a:tc>
                  <a:txBody>
                    <a:bodyPr>
                      <a:noAutofit/>
                    </a:bodyPr>
                    <a:lstStyle/>
                    <a:p>
                      <a:pPr indent="457200" algn="ctr">
                        <a:buNone/>
                      </a:pPr>
                      <a:r>
                        <a:rPr sz="1650" b="0">
                          <a:solidFill>
                            <a:srgbClr val="111111"/>
                          </a:solidFill>
                          <a:latin typeface="Times New Roman"/>
                          <a:ea typeface="Times New Roman"/>
                          <a:cs typeface="Times New Roman"/>
                        </a:rPr>
                        <a:t>Implementation and code provenance</a:t>
                      </a:r>
                    </a:p>
                  </a:txBody>
                  <a:tcPr marL="59607" marR="59607" marT="29804" marB="29804" anchor="ctr">
                    <a:lnL w="12700" cmpd="sng">
                      <a:noFill/>
                    </a:lnL>
                    <a:lnR w="12700" cmpd="sng">
                      <a:noFill/>
                    </a:lnR>
                    <a:lnT w="12700" cmpd="sng">
                      <a:noFill/>
                    </a:lnT>
                    <a:lnB w="19050" cmpd="sng">
                      <a:solidFill>
                        <a:schemeClr val="tx1"/>
                      </a:solidFill>
                      <a:prstDash val="solid"/>
                    </a:lnB>
                    <a:lnTlToBr w="12700" cmpd="sng">
                      <a:noFill/>
                      <a:prstDash val="solid"/>
                    </a:lnTlToBr>
                    <a:lnBlToTr w="12700" cmpd="sng">
                      <a:noFill/>
                      <a:prstDash val="solid"/>
                    </a:lnBlToTr>
                    <a:solidFill>
                      <a:schemeClr val="bg1">
                        <a:lumMod val="95000"/>
                      </a:schemeClr>
                    </a:solidFill>
                  </a:tcPr>
                </a:tc>
                <a:tc>
                  <a:txBody>
                    <a:bodyPr>
                      <a:noAutofit/>
                    </a:bodyPr>
                    <a:lstStyle/>
                    <a:p>
                      <a:pPr indent="0" algn="ctr">
                        <a:buNone/>
                      </a:pPr>
                      <a:r>
                        <a:rPr sz="1650" b="0">
                          <a:solidFill>
                            <a:srgbClr val="111111"/>
                          </a:solidFill>
                          <a:latin typeface="Times New Roman"/>
                          <a:ea typeface="Times New Roman"/>
                          <a:cs typeface="Times New Roman"/>
                        </a:rPr>
                        <a:t>AI assistance and external libraries</a:t>
                      </a:r>
                    </a:p>
                  </a:txBody>
                  <a:tcPr marL="59607" marR="59607" marT="29804" marB="29804" anchor="ctr">
                    <a:lnL w="12700" cmpd="sng">
                      <a:noFill/>
                    </a:lnL>
                    <a:lnR w="12700" cmpd="sng">
                      <a:noFill/>
                    </a:lnR>
                    <a:lnT w="12700" cmpd="sng">
                      <a:noFill/>
                    </a:lnT>
                    <a:lnB w="19050" cmpd="sng">
                      <a:solidFill>
                        <a:schemeClr val="tx1"/>
                      </a:solidFill>
                      <a:prstDash val="solid"/>
                    </a:lnB>
                    <a:lnTlToBr w="12700" cmpd="sng">
                      <a:noFill/>
                      <a:prstDash val="solid"/>
                    </a:lnTlToBr>
                    <a:lnBlToTr w="12700" cmpd="sng">
                      <a:noFill/>
                      <a:prstDash val="solid"/>
                    </a:lnBlToTr>
                    <a:solidFill>
                      <a:schemeClr val="bg1">
                        <a:lumMod val="95000"/>
                      </a:schemeClr>
                    </a:solidFill>
                  </a:tcPr>
                </a:tc>
                <a:tc>
                  <a:txBody>
                    <a:bodyPr>
                      <a:noAutofit/>
                    </a:bodyPr>
                    <a:lstStyle/>
                    <a:p>
                      <a:pPr indent="0" algn="ctr">
                        <a:buNone/>
                      </a:pPr>
                      <a:r>
                        <a:rPr sz="1650" b="0">
                          <a:solidFill>
                            <a:srgbClr val="111111"/>
                          </a:solidFill>
                          <a:latin typeface="Times New Roman"/>
                          <a:ea typeface="Times New Roman"/>
                          <a:cs typeface="Times New Roman"/>
                        </a:rPr>
                        <a:t>27 Nov</a:t>
                      </a:r>
                      <a:endParaRPr sz="1600" b="1">
                        <a:latin typeface="Times"/>
                        <a:ea typeface="Times"/>
                        <a:cs typeface="Times"/>
                      </a:endParaRPr>
                    </a:p>
                  </a:txBody>
                  <a:tcPr marL="59607" marR="59607" marT="29804" marB="29804" anchor="ctr">
                    <a:lnL w="12700" cmpd="sng">
                      <a:noFill/>
                    </a:lnL>
                    <a:lnR w="12700" cmpd="sng">
                      <a:noFill/>
                    </a:lnR>
                    <a:lnT w="12700" cmpd="sng">
                      <a:noFill/>
                    </a:lnT>
                    <a:lnB w="19050" cmpd="sng">
                      <a:solidFill>
                        <a:schemeClr val="tx1"/>
                      </a:solidFill>
                      <a:prstDash val="solid"/>
                    </a:lnB>
                    <a:lnTlToBr w="12700" cmpd="sng">
                      <a:noFill/>
                      <a:prstDash val="solid"/>
                    </a:lnTlToBr>
                    <a:lnBlToTr w="12700" cmpd="sng">
                      <a:noFill/>
                      <a:prstDash val="solid"/>
                    </a:lnBlToTr>
                    <a:solidFill>
                      <a:schemeClr val="bg1">
                        <a:lumMod val="95000"/>
                      </a:schemeClr>
                    </a:solidFill>
                  </a:tcPr>
                </a:tc>
              </a:tr>
            </a:tbl>
          </a:graphicData>
        </a:graphic>
      </p:graphicFrame>
    </p:spTree>
    <p:extLst>
      <p:ext uri="{BB962C8B-B14F-4D97-AF65-F5344CB8AC3E}">
        <p14:creationId xmlns:p14="http://schemas.microsoft.com/office/powerpoint/2010/main" val="2975131401"/>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2026-10-20T13:32:30.5840000Z</dcterms:created>
  <dcterms:modified xsi:type="dcterms:W3CDTF">2026-10-20T13:32:30.5840000Z</dcterms:modified>
</coreProperties>
</file>